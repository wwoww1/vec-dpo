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93CA6"/>
    <a:srgbClr val="92D050"/>
    <a:srgbClr val="00B050"/>
    <a:srgbClr val="5A5A5A"/>
    <a:srgbClr val="B9E18E"/>
    <a:srgbClr val="7B40A7"/>
    <a:srgbClr val="FF0000"/>
    <a:srgbClr val="C5E5A1"/>
    <a:srgbClr val="AA84CE"/>
    <a:srgbClr val="D81E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30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44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8144DF-8FE0-45F4-AE0A-A6716C2BBE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6F3D916-3DB2-43C3-9E06-592069CD55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42E75F-76CD-452D-A08A-77183AEAC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ECCE7-E736-455A-8351-F7DB478840A5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C1C43B-1985-403C-99B8-66F0D0380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B165F1-6757-41A0-B693-336A8FB10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243E5-5ADE-4F4A-9A25-0EA66F6D75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5936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D37315-FA1E-4EAC-A670-268C5D885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FA18FC-6DED-426A-97BB-6CC885953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188BE3-FA0A-4386-A98A-9B1B4AE44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ECCE7-E736-455A-8351-F7DB478840A5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6B8CF7-EE43-4C67-AB0F-A36A80BA4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C24FB3-B9F2-49CA-A83A-5C25AD9D1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243E5-5ADE-4F4A-9A25-0EA66F6D75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1946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514310-A30F-4DC6-9D19-9BEE8E9A8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CB2C20-62C6-449A-A063-7BDBB532B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62E53B-A44E-4F8D-8C4E-C25FF8F65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ECCE7-E736-455A-8351-F7DB478840A5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65638A-53B3-4DA9-9840-94A9EEA2B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AF12A4-243B-413C-A7FA-593420D24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243E5-5ADE-4F4A-9A25-0EA66F6D75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3639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919A5B-2D62-45DC-87FB-CF6F37AE7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A77A62-314E-4EB7-98CD-9C25B7FDB6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AE7677-B13B-45D1-ABBB-1CA5CA7E96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0C0BCD-A16E-4D77-8C39-AE1311E1F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ECCE7-E736-455A-8351-F7DB478840A5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C065FB-0AD7-4ABA-838F-0EC3D71E6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CCA1F06-0B6B-4503-9CFB-A24E3E5B7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243E5-5ADE-4F4A-9A25-0EA66F6D75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1269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A54DD0-2D98-437B-AC7A-1FD04581D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FADDE2-898C-490C-B06A-991ACBD01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83331A-6CDE-484F-847D-B8C01772A0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16410C8-2E68-4715-A290-F7D7461D70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FDD7FE5-9D5D-40E0-A734-92048AC2CB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962C609-8EBA-4B18-BC78-CF9B9546A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ECCE7-E736-455A-8351-F7DB478840A5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2DFDF6A-F294-4067-9999-6AF5436E7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718BC8C-90CD-4FED-854C-92F79438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243E5-5ADE-4F4A-9A25-0EA66F6D75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1062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E584F4-D8D1-407B-9D86-92CC6F821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D74D0E4-6AC9-47E8-AEAA-7EE6EA035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ECCE7-E736-455A-8351-F7DB478840A5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CE05448-78F1-4B76-AAA5-5A1E1CEE1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0F5F7AA-43ED-45E0-926A-41C377CBC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243E5-5ADE-4F4A-9A25-0EA66F6D75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325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4D26F2D-A21A-41B0-B9A1-33B3052D9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ECCE7-E736-455A-8351-F7DB478840A5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7E7881A-0472-42E6-B0BB-B5C2E96D1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12A350-7A9D-40F6-97F1-1A678BE90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243E5-5ADE-4F4A-9A25-0EA66F6D75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9773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5682DE-5B9E-4CBB-B1E4-8D3CB059D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53F6BB-83BD-407B-91E7-E29F0E5F3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E510FB3-5F04-4C86-9FE6-D292C55A4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E1134CD-C983-49AA-BA7D-C7FD8A177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ECCE7-E736-455A-8351-F7DB478840A5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B80FB5-06C6-4801-B09D-099BE9FD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9492CC-00CB-4423-BB10-B88E22101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243E5-5ADE-4F4A-9A25-0EA66F6D75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2385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6CD861-AEC8-43FD-BC32-84177B5B6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B45B0BC-A127-4CC7-BD42-736D311D74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2E7C9D9-120C-4D71-993A-5C8BDF396E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3BFAC0-9727-41BD-8F52-6A12BC71F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ECCE7-E736-455A-8351-F7DB478840A5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C08FAE1-D0A0-401F-8D5B-329862985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8EDE0E9-4E65-4EB8-8215-8052E8838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243E5-5ADE-4F4A-9A25-0EA66F6D75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5799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D6136A-843E-4C66-BB22-2E9FDB930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58D3A26-CF22-41AF-B7F3-BADE44363D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77F01C-F76B-4010-AAE0-FFE6B01D3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ECCE7-E736-455A-8351-F7DB478840A5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E2B184-E258-4E22-895B-E015923B1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E5E5F4-65F2-4739-9B99-ACC20DF57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243E5-5ADE-4F4A-9A25-0EA66F6D75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1214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7780A93-A480-4B73-8BD8-D58755ACED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89441C-57D2-4C99-852B-B30F1BE806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C038B9-97CF-4B69-8EAF-B0CF3F03E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ECCE7-E736-455A-8351-F7DB478840A5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78679D-7500-4CFA-A261-D4B8D7B15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B38B46-7A88-4D87-A9D6-547400260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0243E5-5ADE-4F4A-9A25-0EA66F6D75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7059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09310C2-8D3B-4A5F-9983-8A10C1502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16F27DF-5555-497C-8BB3-2E624DAD1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B8719D-97E8-4836-85E8-E7D8C09950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CECCE7-E736-455A-8351-F7DB478840A5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D34017-5166-4D01-B44F-38D3F48334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3857A0-C822-469E-B31C-DABD104AE2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0243E5-5ADE-4F4A-9A25-0EA66F6D75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3493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2.sv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jp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任意多边形: 形状 122">
            <a:extLst>
              <a:ext uri="{FF2B5EF4-FFF2-40B4-BE49-F238E27FC236}">
                <a16:creationId xmlns:a16="http://schemas.microsoft.com/office/drawing/2014/main" id="{2892496C-D9D5-4127-BAC4-541336F2D769}"/>
              </a:ext>
            </a:extLst>
          </p:cNvPr>
          <p:cNvSpPr/>
          <p:nvPr/>
        </p:nvSpPr>
        <p:spPr>
          <a:xfrm>
            <a:off x="1440579" y="3516710"/>
            <a:ext cx="3675265" cy="1248591"/>
          </a:xfrm>
          <a:custGeom>
            <a:avLst/>
            <a:gdLst>
              <a:gd name="connsiteX0" fmla="*/ 0 w 2137789"/>
              <a:gd name="connsiteY0" fmla="*/ 143375 h 1425219"/>
              <a:gd name="connsiteX1" fmla="*/ 143375 w 2137789"/>
              <a:gd name="connsiteY1" fmla="*/ 0 h 1425219"/>
              <a:gd name="connsiteX2" fmla="*/ 1994414 w 2137789"/>
              <a:gd name="connsiteY2" fmla="*/ 0 h 1425219"/>
              <a:gd name="connsiteX3" fmla="*/ 2137789 w 2137789"/>
              <a:gd name="connsiteY3" fmla="*/ 143375 h 1425219"/>
              <a:gd name="connsiteX4" fmla="*/ 2137789 w 2137789"/>
              <a:gd name="connsiteY4" fmla="*/ 1281844 h 1425219"/>
              <a:gd name="connsiteX5" fmla="*/ 1994414 w 2137789"/>
              <a:gd name="connsiteY5" fmla="*/ 1425219 h 1425219"/>
              <a:gd name="connsiteX6" fmla="*/ 143375 w 2137789"/>
              <a:gd name="connsiteY6" fmla="*/ 1425219 h 1425219"/>
              <a:gd name="connsiteX7" fmla="*/ 0 w 2137789"/>
              <a:gd name="connsiteY7" fmla="*/ 1281844 h 1425219"/>
              <a:gd name="connsiteX8" fmla="*/ 0 w 2137789"/>
              <a:gd name="connsiteY8" fmla="*/ 143375 h 1425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7789" h="1425219">
                <a:moveTo>
                  <a:pt x="0" y="143375"/>
                </a:moveTo>
                <a:cubicBezTo>
                  <a:pt x="0" y="64210"/>
                  <a:pt x="64210" y="0"/>
                  <a:pt x="143375" y="0"/>
                </a:cubicBezTo>
                <a:lnTo>
                  <a:pt x="1994414" y="0"/>
                </a:lnTo>
                <a:cubicBezTo>
                  <a:pt x="2073580" y="0"/>
                  <a:pt x="2137789" y="64210"/>
                  <a:pt x="2137789" y="143375"/>
                </a:cubicBezTo>
                <a:lnTo>
                  <a:pt x="2137789" y="1281844"/>
                </a:lnTo>
                <a:cubicBezTo>
                  <a:pt x="2137789" y="1361009"/>
                  <a:pt x="2073580" y="1425219"/>
                  <a:pt x="1994414" y="1425219"/>
                </a:cubicBezTo>
                <a:lnTo>
                  <a:pt x="143375" y="1425219"/>
                </a:lnTo>
                <a:cubicBezTo>
                  <a:pt x="64210" y="1425219"/>
                  <a:pt x="0" y="1361009"/>
                  <a:pt x="0" y="1281844"/>
                </a:cubicBezTo>
                <a:lnTo>
                  <a:pt x="0" y="143375"/>
                </a:lnTo>
                <a:close/>
              </a:path>
            </a:pathLst>
          </a:custGeom>
          <a:solidFill>
            <a:srgbClr val="F7F8FC"/>
          </a:solidFill>
          <a:ln w="10414" cap="flat">
            <a:solidFill>
              <a:srgbClr val="181717"/>
            </a:solidFill>
            <a:custDash>
              <a:ds d="800250" sp="300000"/>
            </a:custDash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2" name="任意多边形: 形状 61">
            <a:extLst>
              <a:ext uri="{FF2B5EF4-FFF2-40B4-BE49-F238E27FC236}">
                <a16:creationId xmlns:a16="http://schemas.microsoft.com/office/drawing/2014/main" id="{30B57AF2-AF6F-460D-8CD0-F3B8949252B9}"/>
              </a:ext>
            </a:extLst>
          </p:cNvPr>
          <p:cNvSpPr/>
          <p:nvPr/>
        </p:nvSpPr>
        <p:spPr>
          <a:xfrm>
            <a:off x="5547774" y="2160958"/>
            <a:ext cx="1205863" cy="571651"/>
          </a:xfrm>
          <a:custGeom>
            <a:avLst/>
            <a:gdLst>
              <a:gd name="connsiteX0" fmla="*/ 0 w 2137789"/>
              <a:gd name="connsiteY0" fmla="*/ 143375 h 1425219"/>
              <a:gd name="connsiteX1" fmla="*/ 143375 w 2137789"/>
              <a:gd name="connsiteY1" fmla="*/ 0 h 1425219"/>
              <a:gd name="connsiteX2" fmla="*/ 1994414 w 2137789"/>
              <a:gd name="connsiteY2" fmla="*/ 0 h 1425219"/>
              <a:gd name="connsiteX3" fmla="*/ 2137789 w 2137789"/>
              <a:gd name="connsiteY3" fmla="*/ 143375 h 1425219"/>
              <a:gd name="connsiteX4" fmla="*/ 2137789 w 2137789"/>
              <a:gd name="connsiteY4" fmla="*/ 1281844 h 1425219"/>
              <a:gd name="connsiteX5" fmla="*/ 1994414 w 2137789"/>
              <a:gd name="connsiteY5" fmla="*/ 1425219 h 1425219"/>
              <a:gd name="connsiteX6" fmla="*/ 143375 w 2137789"/>
              <a:gd name="connsiteY6" fmla="*/ 1425219 h 1425219"/>
              <a:gd name="connsiteX7" fmla="*/ 0 w 2137789"/>
              <a:gd name="connsiteY7" fmla="*/ 1281844 h 1425219"/>
              <a:gd name="connsiteX8" fmla="*/ 0 w 2137789"/>
              <a:gd name="connsiteY8" fmla="*/ 143375 h 1425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7789" h="1425219">
                <a:moveTo>
                  <a:pt x="0" y="143375"/>
                </a:moveTo>
                <a:cubicBezTo>
                  <a:pt x="0" y="64210"/>
                  <a:pt x="64210" y="0"/>
                  <a:pt x="143375" y="0"/>
                </a:cubicBezTo>
                <a:lnTo>
                  <a:pt x="1994414" y="0"/>
                </a:lnTo>
                <a:cubicBezTo>
                  <a:pt x="2073580" y="0"/>
                  <a:pt x="2137789" y="64210"/>
                  <a:pt x="2137789" y="143375"/>
                </a:cubicBezTo>
                <a:lnTo>
                  <a:pt x="2137789" y="1281844"/>
                </a:lnTo>
                <a:cubicBezTo>
                  <a:pt x="2137789" y="1361009"/>
                  <a:pt x="2073580" y="1425219"/>
                  <a:pt x="1994414" y="1425219"/>
                </a:cubicBezTo>
                <a:lnTo>
                  <a:pt x="143375" y="1425219"/>
                </a:lnTo>
                <a:cubicBezTo>
                  <a:pt x="64210" y="1425219"/>
                  <a:pt x="0" y="1361009"/>
                  <a:pt x="0" y="1281844"/>
                </a:cubicBezTo>
                <a:lnTo>
                  <a:pt x="0" y="143375"/>
                </a:lnTo>
                <a:close/>
              </a:path>
            </a:pathLst>
          </a:custGeom>
          <a:solidFill>
            <a:srgbClr val="F7F8FC"/>
          </a:solidFill>
          <a:ln w="10414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C56BF7E-CC78-413A-B043-FE716DC8FCA7}"/>
              </a:ext>
            </a:extLst>
          </p:cNvPr>
          <p:cNvSpPr/>
          <p:nvPr/>
        </p:nvSpPr>
        <p:spPr>
          <a:xfrm>
            <a:off x="1205093" y="299883"/>
            <a:ext cx="3916735" cy="2638951"/>
          </a:xfrm>
          <a:custGeom>
            <a:avLst/>
            <a:gdLst>
              <a:gd name="connsiteX0" fmla="*/ 0 w 3900792"/>
              <a:gd name="connsiteY0" fmla="*/ 438564 h 2631331"/>
              <a:gd name="connsiteX1" fmla="*/ 438564 w 3900792"/>
              <a:gd name="connsiteY1" fmla="*/ 0 h 2631331"/>
              <a:gd name="connsiteX2" fmla="*/ 3462228 w 3900792"/>
              <a:gd name="connsiteY2" fmla="*/ 0 h 2631331"/>
              <a:gd name="connsiteX3" fmla="*/ 3900792 w 3900792"/>
              <a:gd name="connsiteY3" fmla="*/ 438564 h 2631331"/>
              <a:gd name="connsiteX4" fmla="*/ 3900792 w 3900792"/>
              <a:gd name="connsiteY4" fmla="*/ 2192767 h 2631331"/>
              <a:gd name="connsiteX5" fmla="*/ 3462228 w 3900792"/>
              <a:gd name="connsiteY5" fmla="*/ 2631331 h 2631331"/>
              <a:gd name="connsiteX6" fmla="*/ 438564 w 3900792"/>
              <a:gd name="connsiteY6" fmla="*/ 2631331 h 2631331"/>
              <a:gd name="connsiteX7" fmla="*/ 0 w 3900792"/>
              <a:gd name="connsiteY7" fmla="*/ 2192767 h 2631331"/>
              <a:gd name="connsiteX8" fmla="*/ 0 w 3900792"/>
              <a:gd name="connsiteY8" fmla="*/ 438564 h 2631331"/>
              <a:gd name="connsiteX0" fmla="*/ 0 w 3900792"/>
              <a:gd name="connsiteY0" fmla="*/ 438564 h 2631331"/>
              <a:gd name="connsiteX1" fmla="*/ 438564 w 3900792"/>
              <a:gd name="connsiteY1" fmla="*/ 0 h 2631331"/>
              <a:gd name="connsiteX2" fmla="*/ 3462228 w 3900792"/>
              <a:gd name="connsiteY2" fmla="*/ 0 h 2631331"/>
              <a:gd name="connsiteX3" fmla="*/ 3900792 w 3900792"/>
              <a:gd name="connsiteY3" fmla="*/ 438564 h 2631331"/>
              <a:gd name="connsiteX4" fmla="*/ 3900792 w 3900792"/>
              <a:gd name="connsiteY4" fmla="*/ 2192767 h 2631331"/>
              <a:gd name="connsiteX5" fmla="*/ 3462228 w 3900792"/>
              <a:gd name="connsiteY5" fmla="*/ 2631331 h 2631331"/>
              <a:gd name="connsiteX6" fmla="*/ 438564 w 3900792"/>
              <a:gd name="connsiteY6" fmla="*/ 2631331 h 2631331"/>
              <a:gd name="connsiteX7" fmla="*/ 0 w 3900792"/>
              <a:gd name="connsiteY7" fmla="*/ 2360407 h 2631331"/>
              <a:gd name="connsiteX8" fmla="*/ 0 w 3900792"/>
              <a:gd name="connsiteY8" fmla="*/ 438564 h 2631331"/>
              <a:gd name="connsiteX0" fmla="*/ 703 w 3901495"/>
              <a:gd name="connsiteY0" fmla="*/ 438564 h 2638951"/>
              <a:gd name="connsiteX1" fmla="*/ 439267 w 3901495"/>
              <a:gd name="connsiteY1" fmla="*/ 0 h 2638951"/>
              <a:gd name="connsiteX2" fmla="*/ 3462931 w 3901495"/>
              <a:gd name="connsiteY2" fmla="*/ 0 h 2638951"/>
              <a:gd name="connsiteX3" fmla="*/ 3901495 w 3901495"/>
              <a:gd name="connsiteY3" fmla="*/ 438564 h 2638951"/>
              <a:gd name="connsiteX4" fmla="*/ 3901495 w 3901495"/>
              <a:gd name="connsiteY4" fmla="*/ 2192767 h 2638951"/>
              <a:gd name="connsiteX5" fmla="*/ 3462931 w 3901495"/>
              <a:gd name="connsiteY5" fmla="*/ 2631331 h 2638951"/>
              <a:gd name="connsiteX6" fmla="*/ 218287 w 3901495"/>
              <a:gd name="connsiteY6" fmla="*/ 2638951 h 2638951"/>
              <a:gd name="connsiteX7" fmla="*/ 703 w 3901495"/>
              <a:gd name="connsiteY7" fmla="*/ 2360407 h 2638951"/>
              <a:gd name="connsiteX8" fmla="*/ 703 w 3901495"/>
              <a:gd name="connsiteY8" fmla="*/ 438564 h 2638951"/>
              <a:gd name="connsiteX0" fmla="*/ 703 w 3901495"/>
              <a:gd name="connsiteY0" fmla="*/ 263304 h 2638951"/>
              <a:gd name="connsiteX1" fmla="*/ 439267 w 3901495"/>
              <a:gd name="connsiteY1" fmla="*/ 0 h 2638951"/>
              <a:gd name="connsiteX2" fmla="*/ 3462931 w 3901495"/>
              <a:gd name="connsiteY2" fmla="*/ 0 h 2638951"/>
              <a:gd name="connsiteX3" fmla="*/ 3901495 w 3901495"/>
              <a:gd name="connsiteY3" fmla="*/ 438564 h 2638951"/>
              <a:gd name="connsiteX4" fmla="*/ 3901495 w 3901495"/>
              <a:gd name="connsiteY4" fmla="*/ 2192767 h 2638951"/>
              <a:gd name="connsiteX5" fmla="*/ 3462931 w 3901495"/>
              <a:gd name="connsiteY5" fmla="*/ 2631331 h 2638951"/>
              <a:gd name="connsiteX6" fmla="*/ 218287 w 3901495"/>
              <a:gd name="connsiteY6" fmla="*/ 2638951 h 2638951"/>
              <a:gd name="connsiteX7" fmla="*/ 703 w 3901495"/>
              <a:gd name="connsiteY7" fmla="*/ 2360407 h 2638951"/>
              <a:gd name="connsiteX8" fmla="*/ 703 w 3901495"/>
              <a:gd name="connsiteY8" fmla="*/ 263304 h 2638951"/>
              <a:gd name="connsiteX0" fmla="*/ 703 w 3901495"/>
              <a:gd name="connsiteY0" fmla="*/ 263304 h 2638951"/>
              <a:gd name="connsiteX1" fmla="*/ 256387 w 3901495"/>
              <a:gd name="connsiteY1" fmla="*/ 0 h 2638951"/>
              <a:gd name="connsiteX2" fmla="*/ 3462931 w 3901495"/>
              <a:gd name="connsiteY2" fmla="*/ 0 h 2638951"/>
              <a:gd name="connsiteX3" fmla="*/ 3901495 w 3901495"/>
              <a:gd name="connsiteY3" fmla="*/ 438564 h 2638951"/>
              <a:gd name="connsiteX4" fmla="*/ 3901495 w 3901495"/>
              <a:gd name="connsiteY4" fmla="*/ 2192767 h 2638951"/>
              <a:gd name="connsiteX5" fmla="*/ 3462931 w 3901495"/>
              <a:gd name="connsiteY5" fmla="*/ 2631331 h 2638951"/>
              <a:gd name="connsiteX6" fmla="*/ 218287 w 3901495"/>
              <a:gd name="connsiteY6" fmla="*/ 2638951 h 2638951"/>
              <a:gd name="connsiteX7" fmla="*/ 703 w 3901495"/>
              <a:gd name="connsiteY7" fmla="*/ 2360407 h 2638951"/>
              <a:gd name="connsiteX8" fmla="*/ 703 w 3901495"/>
              <a:gd name="connsiteY8" fmla="*/ 263304 h 2638951"/>
              <a:gd name="connsiteX0" fmla="*/ 703 w 3913454"/>
              <a:gd name="connsiteY0" fmla="*/ 263304 h 2638951"/>
              <a:gd name="connsiteX1" fmla="*/ 256387 w 3913454"/>
              <a:gd name="connsiteY1" fmla="*/ 0 h 2638951"/>
              <a:gd name="connsiteX2" fmla="*/ 3737251 w 3913454"/>
              <a:gd name="connsiteY2" fmla="*/ 0 h 2638951"/>
              <a:gd name="connsiteX3" fmla="*/ 3901495 w 3913454"/>
              <a:gd name="connsiteY3" fmla="*/ 438564 h 2638951"/>
              <a:gd name="connsiteX4" fmla="*/ 3901495 w 3913454"/>
              <a:gd name="connsiteY4" fmla="*/ 2192767 h 2638951"/>
              <a:gd name="connsiteX5" fmla="*/ 3462931 w 3913454"/>
              <a:gd name="connsiteY5" fmla="*/ 2631331 h 2638951"/>
              <a:gd name="connsiteX6" fmla="*/ 218287 w 3913454"/>
              <a:gd name="connsiteY6" fmla="*/ 2638951 h 2638951"/>
              <a:gd name="connsiteX7" fmla="*/ 703 w 3913454"/>
              <a:gd name="connsiteY7" fmla="*/ 2360407 h 2638951"/>
              <a:gd name="connsiteX8" fmla="*/ 703 w 3913454"/>
              <a:gd name="connsiteY8" fmla="*/ 263304 h 2638951"/>
              <a:gd name="connsiteX0" fmla="*/ 703 w 3924038"/>
              <a:gd name="connsiteY0" fmla="*/ 263304 h 2638951"/>
              <a:gd name="connsiteX1" fmla="*/ 256387 w 3924038"/>
              <a:gd name="connsiteY1" fmla="*/ 0 h 2638951"/>
              <a:gd name="connsiteX2" fmla="*/ 3737251 w 3924038"/>
              <a:gd name="connsiteY2" fmla="*/ 0 h 2638951"/>
              <a:gd name="connsiteX3" fmla="*/ 3916735 w 3924038"/>
              <a:gd name="connsiteY3" fmla="*/ 240444 h 2638951"/>
              <a:gd name="connsiteX4" fmla="*/ 3901495 w 3924038"/>
              <a:gd name="connsiteY4" fmla="*/ 2192767 h 2638951"/>
              <a:gd name="connsiteX5" fmla="*/ 3462931 w 3924038"/>
              <a:gd name="connsiteY5" fmla="*/ 2631331 h 2638951"/>
              <a:gd name="connsiteX6" fmla="*/ 218287 w 3924038"/>
              <a:gd name="connsiteY6" fmla="*/ 2638951 h 2638951"/>
              <a:gd name="connsiteX7" fmla="*/ 703 w 3924038"/>
              <a:gd name="connsiteY7" fmla="*/ 2360407 h 2638951"/>
              <a:gd name="connsiteX8" fmla="*/ 703 w 3924038"/>
              <a:gd name="connsiteY8" fmla="*/ 263304 h 2638951"/>
              <a:gd name="connsiteX0" fmla="*/ 703 w 3916735"/>
              <a:gd name="connsiteY0" fmla="*/ 263304 h 2638951"/>
              <a:gd name="connsiteX1" fmla="*/ 256387 w 3916735"/>
              <a:gd name="connsiteY1" fmla="*/ 0 h 2638951"/>
              <a:gd name="connsiteX2" fmla="*/ 3661051 w 3916735"/>
              <a:gd name="connsiteY2" fmla="*/ 0 h 2638951"/>
              <a:gd name="connsiteX3" fmla="*/ 3916735 w 3916735"/>
              <a:gd name="connsiteY3" fmla="*/ 240444 h 2638951"/>
              <a:gd name="connsiteX4" fmla="*/ 3901495 w 3916735"/>
              <a:gd name="connsiteY4" fmla="*/ 2192767 h 2638951"/>
              <a:gd name="connsiteX5" fmla="*/ 3462931 w 3916735"/>
              <a:gd name="connsiteY5" fmla="*/ 2631331 h 2638951"/>
              <a:gd name="connsiteX6" fmla="*/ 218287 w 3916735"/>
              <a:gd name="connsiteY6" fmla="*/ 2638951 h 2638951"/>
              <a:gd name="connsiteX7" fmla="*/ 703 w 3916735"/>
              <a:gd name="connsiteY7" fmla="*/ 2360407 h 2638951"/>
              <a:gd name="connsiteX8" fmla="*/ 703 w 3916735"/>
              <a:gd name="connsiteY8" fmla="*/ 263304 h 2638951"/>
              <a:gd name="connsiteX0" fmla="*/ 703 w 3916735"/>
              <a:gd name="connsiteY0" fmla="*/ 263304 h 2638951"/>
              <a:gd name="connsiteX1" fmla="*/ 256387 w 3916735"/>
              <a:gd name="connsiteY1" fmla="*/ 0 h 2638951"/>
              <a:gd name="connsiteX2" fmla="*/ 3661051 w 3916735"/>
              <a:gd name="connsiteY2" fmla="*/ 0 h 2638951"/>
              <a:gd name="connsiteX3" fmla="*/ 3916735 w 3916735"/>
              <a:gd name="connsiteY3" fmla="*/ 240444 h 2638951"/>
              <a:gd name="connsiteX4" fmla="*/ 3901495 w 3916735"/>
              <a:gd name="connsiteY4" fmla="*/ 2192767 h 2638951"/>
              <a:gd name="connsiteX5" fmla="*/ 3683911 w 3916735"/>
              <a:gd name="connsiteY5" fmla="*/ 2638951 h 2638951"/>
              <a:gd name="connsiteX6" fmla="*/ 218287 w 3916735"/>
              <a:gd name="connsiteY6" fmla="*/ 2638951 h 2638951"/>
              <a:gd name="connsiteX7" fmla="*/ 703 w 3916735"/>
              <a:gd name="connsiteY7" fmla="*/ 2360407 h 2638951"/>
              <a:gd name="connsiteX8" fmla="*/ 703 w 3916735"/>
              <a:gd name="connsiteY8" fmla="*/ 263304 h 2638951"/>
              <a:gd name="connsiteX0" fmla="*/ 703 w 3916735"/>
              <a:gd name="connsiteY0" fmla="*/ 263304 h 2641396"/>
              <a:gd name="connsiteX1" fmla="*/ 256387 w 3916735"/>
              <a:gd name="connsiteY1" fmla="*/ 0 h 2641396"/>
              <a:gd name="connsiteX2" fmla="*/ 3661051 w 3916735"/>
              <a:gd name="connsiteY2" fmla="*/ 0 h 2641396"/>
              <a:gd name="connsiteX3" fmla="*/ 3916735 w 3916735"/>
              <a:gd name="connsiteY3" fmla="*/ 240444 h 2641396"/>
              <a:gd name="connsiteX4" fmla="*/ 3893875 w 3916735"/>
              <a:gd name="connsiteY4" fmla="*/ 2436607 h 2641396"/>
              <a:gd name="connsiteX5" fmla="*/ 3683911 w 3916735"/>
              <a:gd name="connsiteY5" fmla="*/ 2638951 h 2641396"/>
              <a:gd name="connsiteX6" fmla="*/ 218287 w 3916735"/>
              <a:gd name="connsiteY6" fmla="*/ 2638951 h 2641396"/>
              <a:gd name="connsiteX7" fmla="*/ 703 w 3916735"/>
              <a:gd name="connsiteY7" fmla="*/ 2360407 h 2641396"/>
              <a:gd name="connsiteX8" fmla="*/ 703 w 3916735"/>
              <a:gd name="connsiteY8" fmla="*/ 263304 h 2641396"/>
              <a:gd name="connsiteX0" fmla="*/ 703 w 3916735"/>
              <a:gd name="connsiteY0" fmla="*/ 263304 h 2641396"/>
              <a:gd name="connsiteX1" fmla="*/ 256387 w 3916735"/>
              <a:gd name="connsiteY1" fmla="*/ 0 h 2641396"/>
              <a:gd name="connsiteX2" fmla="*/ 3661051 w 3916735"/>
              <a:gd name="connsiteY2" fmla="*/ 0 h 2641396"/>
              <a:gd name="connsiteX3" fmla="*/ 3916735 w 3916735"/>
              <a:gd name="connsiteY3" fmla="*/ 240444 h 2641396"/>
              <a:gd name="connsiteX4" fmla="*/ 3893875 w 3916735"/>
              <a:gd name="connsiteY4" fmla="*/ 2436607 h 2641396"/>
              <a:gd name="connsiteX5" fmla="*/ 3592471 w 3916735"/>
              <a:gd name="connsiteY5" fmla="*/ 2638951 h 2641396"/>
              <a:gd name="connsiteX6" fmla="*/ 218287 w 3916735"/>
              <a:gd name="connsiteY6" fmla="*/ 2638951 h 2641396"/>
              <a:gd name="connsiteX7" fmla="*/ 703 w 3916735"/>
              <a:gd name="connsiteY7" fmla="*/ 2360407 h 2641396"/>
              <a:gd name="connsiteX8" fmla="*/ 703 w 3916735"/>
              <a:gd name="connsiteY8" fmla="*/ 263304 h 2641396"/>
              <a:gd name="connsiteX0" fmla="*/ 703 w 3916735"/>
              <a:gd name="connsiteY0" fmla="*/ 263304 h 2638951"/>
              <a:gd name="connsiteX1" fmla="*/ 256387 w 3916735"/>
              <a:gd name="connsiteY1" fmla="*/ 0 h 2638951"/>
              <a:gd name="connsiteX2" fmla="*/ 3661051 w 3916735"/>
              <a:gd name="connsiteY2" fmla="*/ 0 h 2638951"/>
              <a:gd name="connsiteX3" fmla="*/ 3916735 w 3916735"/>
              <a:gd name="connsiteY3" fmla="*/ 240444 h 2638951"/>
              <a:gd name="connsiteX4" fmla="*/ 3893875 w 3916735"/>
              <a:gd name="connsiteY4" fmla="*/ 2352787 h 2638951"/>
              <a:gd name="connsiteX5" fmla="*/ 3592471 w 3916735"/>
              <a:gd name="connsiteY5" fmla="*/ 2638951 h 2638951"/>
              <a:gd name="connsiteX6" fmla="*/ 218287 w 3916735"/>
              <a:gd name="connsiteY6" fmla="*/ 2638951 h 2638951"/>
              <a:gd name="connsiteX7" fmla="*/ 703 w 3916735"/>
              <a:gd name="connsiteY7" fmla="*/ 2360407 h 2638951"/>
              <a:gd name="connsiteX8" fmla="*/ 703 w 3916735"/>
              <a:gd name="connsiteY8" fmla="*/ 263304 h 2638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16735" h="2638951">
                <a:moveTo>
                  <a:pt x="703" y="263304"/>
                </a:moveTo>
                <a:cubicBezTo>
                  <a:pt x="703" y="21092"/>
                  <a:pt x="14175" y="0"/>
                  <a:pt x="256387" y="0"/>
                </a:cubicBezTo>
                <a:lnTo>
                  <a:pt x="3661051" y="0"/>
                </a:lnTo>
                <a:cubicBezTo>
                  <a:pt x="3903263" y="0"/>
                  <a:pt x="3916735" y="-1768"/>
                  <a:pt x="3916735" y="240444"/>
                </a:cubicBezTo>
                <a:lnTo>
                  <a:pt x="3893875" y="2352787"/>
                </a:lnTo>
                <a:cubicBezTo>
                  <a:pt x="3893875" y="2594999"/>
                  <a:pt x="3834683" y="2638951"/>
                  <a:pt x="3592471" y="2638951"/>
                </a:cubicBezTo>
                <a:lnTo>
                  <a:pt x="218287" y="2638951"/>
                </a:lnTo>
                <a:cubicBezTo>
                  <a:pt x="-23925" y="2638951"/>
                  <a:pt x="703" y="2602619"/>
                  <a:pt x="703" y="2360407"/>
                </a:cubicBezTo>
                <a:lnTo>
                  <a:pt x="703" y="263304"/>
                </a:lnTo>
                <a:close/>
              </a:path>
            </a:pathLst>
          </a:custGeom>
          <a:noFill/>
          <a:ln w="19050">
            <a:solidFill>
              <a:srgbClr val="4062C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D4FC7D04-4A7E-4042-A536-6B43439E4760}"/>
              </a:ext>
            </a:extLst>
          </p:cNvPr>
          <p:cNvSpPr/>
          <p:nvPr/>
        </p:nvSpPr>
        <p:spPr>
          <a:xfrm>
            <a:off x="1490658" y="865079"/>
            <a:ext cx="1575815" cy="1828639"/>
          </a:xfrm>
          <a:custGeom>
            <a:avLst/>
            <a:gdLst>
              <a:gd name="connsiteX0" fmla="*/ 0 w 2137710"/>
              <a:gd name="connsiteY0" fmla="*/ 150893 h 1425140"/>
              <a:gd name="connsiteX1" fmla="*/ 150893 w 2137710"/>
              <a:gd name="connsiteY1" fmla="*/ 0 h 1425140"/>
              <a:gd name="connsiteX2" fmla="*/ 1986818 w 2137710"/>
              <a:gd name="connsiteY2" fmla="*/ 0 h 1425140"/>
              <a:gd name="connsiteX3" fmla="*/ 2137711 w 2137710"/>
              <a:gd name="connsiteY3" fmla="*/ 150893 h 1425140"/>
              <a:gd name="connsiteX4" fmla="*/ 2137711 w 2137710"/>
              <a:gd name="connsiteY4" fmla="*/ 1274248 h 1425140"/>
              <a:gd name="connsiteX5" fmla="*/ 1986818 w 2137710"/>
              <a:gd name="connsiteY5" fmla="*/ 1425141 h 1425140"/>
              <a:gd name="connsiteX6" fmla="*/ 150893 w 2137710"/>
              <a:gd name="connsiteY6" fmla="*/ 1425141 h 1425140"/>
              <a:gd name="connsiteX7" fmla="*/ 0 w 2137710"/>
              <a:gd name="connsiteY7" fmla="*/ 1274248 h 1425140"/>
              <a:gd name="connsiteX8" fmla="*/ 0 w 2137710"/>
              <a:gd name="connsiteY8" fmla="*/ 150893 h 1425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7710" h="1425140">
                <a:moveTo>
                  <a:pt x="0" y="150893"/>
                </a:moveTo>
                <a:cubicBezTo>
                  <a:pt x="0" y="67577"/>
                  <a:pt x="67577" y="0"/>
                  <a:pt x="150893" y="0"/>
                </a:cubicBezTo>
                <a:lnTo>
                  <a:pt x="1986818" y="0"/>
                </a:lnTo>
                <a:cubicBezTo>
                  <a:pt x="2070134" y="0"/>
                  <a:pt x="2137711" y="67577"/>
                  <a:pt x="2137711" y="150893"/>
                </a:cubicBezTo>
                <a:lnTo>
                  <a:pt x="2137711" y="1274248"/>
                </a:lnTo>
                <a:cubicBezTo>
                  <a:pt x="2137711" y="1357564"/>
                  <a:pt x="2070134" y="1425141"/>
                  <a:pt x="1986818" y="1425141"/>
                </a:cubicBezTo>
                <a:lnTo>
                  <a:pt x="150893" y="1425141"/>
                </a:lnTo>
                <a:cubicBezTo>
                  <a:pt x="67577" y="1425141"/>
                  <a:pt x="0" y="1357564"/>
                  <a:pt x="0" y="1274248"/>
                </a:cubicBezTo>
                <a:lnTo>
                  <a:pt x="0" y="150893"/>
                </a:lnTo>
                <a:close/>
              </a:path>
            </a:pathLst>
          </a:custGeom>
          <a:solidFill>
            <a:srgbClr val="F7F8FC"/>
          </a:solidFill>
          <a:ln w="10414" cap="flat">
            <a:solidFill>
              <a:srgbClr val="F2F2F2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6D78CFB-4CA0-4190-A319-04562F2A8C11}"/>
              </a:ext>
            </a:extLst>
          </p:cNvPr>
          <p:cNvSpPr/>
          <p:nvPr/>
        </p:nvSpPr>
        <p:spPr>
          <a:xfrm>
            <a:off x="1396694" y="951214"/>
            <a:ext cx="1581645" cy="1818692"/>
          </a:xfrm>
          <a:custGeom>
            <a:avLst/>
            <a:gdLst>
              <a:gd name="connsiteX0" fmla="*/ 0 w 2145619"/>
              <a:gd name="connsiteY0" fmla="*/ 142592 h 1417388"/>
              <a:gd name="connsiteX1" fmla="*/ 142592 w 2145619"/>
              <a:gd name="connsiteY1" fmla="*/ 0 h 1417388"/>
              <a:gd name="connsiteX2" fmla="*/ 2003027 w 2145619"/>
              <a:gd name="connsiteY2" fmla="*/ 0 h 1417388"/>
              <a:gd name="connsiteX3" fmla="*/ 2145620 w 2145619"/>
              <a:gd name="connsiteY3" fmla="*/ 142592 h 1417388"/>
              <a:gd name="connsiteX4" fmla="*/ 2145620 w 2145619"/>
              <a:gd name="connsiteY4" fmla="*/ 1274796 h 1417388"/>
              <a:gd name="connsiteX5" fmla="*/ 2003027 w 2145619"/>
              <a:gd name="connsiteY5" fmla="*/ 1417389 h 1417388"/>
              <a:gd name="connsiteX6" fmla="*/ 142592 w 2145619"/>
              <a:gd name="connsiteY6" fmla="*/ 1417389 h 1417388"/>
              <a:gd name="connsiteX7" fmla="*/ 0 w 2145619"/>
              <a:gd name="connsiteY7" fmla="*/ 1274796 h 1417388"/>
              <a:gd name="connsiteX8" fmla="*/ 0 w 2145619"/>
              <a:gd name="connsiteY8" fmla="*/ 142592 h 1417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45619" h="1417388">
                <a:moveTo>
                  <a:pt x="0" y="142592"/>
                </a:moveTo>
                <a:cubicBezTo>
                  <a:pt x="0" y="63818"/>
                  <a:pt x="63818" y="0"/>
                  <a:pt x="142592" y="0"/>
                </a:cubicBezTo>
                <a:lnTo>
                  <a:pt x="2003027" y="0"/>
                </a:lnTo>
                <a:cubicBezTo>
                  <a:pt x="2081802" y="0"/>
                  <a:pt x="2145620" y="63818"/>
                  <a:pt x="2145620" y="142592"/>
                </a:cubicBezTo>
                <a:lnTo>
                  <a:pt x="2145620" y="1274796"/>
                </a:lnTo>
                <a:cubicBezTo>
                  <a:pt x="2145620" y="1353571"/>
                  <a:pt x="2081802" y="1417389"/>
                  <a:pt x="2003027" y="1417389"/>
                </a:cubicBezTo>
                <a:lnTo>
                  <a:pt x="142592" y="1417389"/>
                </a:lnTo>
                <a:cubicBezTo>
                  <a:pt x="63818" y="1417389"/>
                  <a:pt x="0" y="1353571"/>
                  <a:pt x="0" y="1274796"/>
                </a:cubicBezTo>
                <a:lnTo>
                  <a:pt x="0" y="142592"/>
                </a:lnTo>
                <a:close/>
              </a:path>
            </a:pathLst>
          </a:custGeom>
          <a:solidFill>
            <a:srgbClr val="F7F8FC"/>
          </a:solidFill>
          <a:ln w="10414" cap="flat">
            <a:solidFill>
              <a:srgbClr val="A6A6A6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1DF27A26-5DCC-4E12-9886-EBE0D98025BD}"/>
              </a:ext>
            </a:extLst>
          </p:cNvPr>
          <p:cNvSpPr/>
          <p:nvPr/>
        </p:nvSpPr>
        <p:spPr>
          <a:xfrm>
            <a:off x="1310561" y="1029518"/>
            <a:ext cx="1575874" cy="1828740"/>
          </a:xfrm>
          <a:custGeom>
            <a:avLst/>
            <a:gdLst>
              <a:gd name="connsiteX0" fmla="*/ 0 w 2137789"/>
              <a:gd name="connsiteY0" fmla="*/ 143375 h 1425219"/>
              <a:gd name="connsiteX1" fmla="*/ 143375 w 2137789"/>
              <a:gd name="connsiteY1" fmla="*/ 0 h 1425219"/>
              <a:gd name="connsiteX2" fmla="*/ 1994414 w 2137789"/>
              <a:gd name="connsiteY2" fmla="*/ 0 h 1425219"/>
              <a:gd name="connsiteX3" fmla="*/ 2137789 w 2137789"/>
              <a:gd name="connsiteY3" fmla="*/ 143375 h 1425219"/>
              <a:gd name="connsiteX4" fmla="*/ 2137789 w 2137789"/>
              <a:gd name="connsiteY4" fmla="*/ 1281844 h 1425219"/>
              <a:gd name="connsiteX5" fmla="*/ 1994414 w 2137789"/>
              <a:gd name="connsiteY5" fmla="*/ 1425219 h 1425219"/>
              <a:gd name="connsiteX6" fmla="*/ 143375 w 2137789"/>
              <a:gd name="connsiteY6" fmla="*/ 1425219 h 1425219"/>
              <a:gd name="connsiteX7" fmla="*/ 0 w 2137789"/>
              <a:gd name="connsiteY7" fmla="*/ 1281844 h 1425219"/>
              <a:gd name="connsiteX8" fmla="*/ 0 w 2137789"/>
              <a:gd name="connsiteY8" fmla="*/ 143375 h 1425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7789" h="1425219">
                <a:moveTo>
                  <a:pt x="0" y="143375"/>
                </a:moveTo>
                <a:cubicBezTo>
                  <a:pt x="0" y="64210"/>
                  <a:pt x="64210" y="0"/>
                  <a:pt x="143375" y="0"/>
                </a:cubicBezTo>
                <a:lnTo>
                  <a:pt x="1994414" y="0"/>
                </a:lnTo>
                <a:cubicBezTo>
                  <a:pt x="2073580" y="0"/>
                  <a:pt x="2137789" y="64210"/>
                  <a:pt x="2137789" y="143375"/>
                </a:cubicBezTo>
                <a:lnTo>
                  <a:pt x="2137789" y="1281844"/>
                </a:lnTo>
                <a:cubicBezTo>
                  <a:pt x="2137789" y="1361009"/>
                  <a:pt x="2073580" y="1425219"/>
                  <a:pt x="1994414" y="1425219"/>
                </a:cubicBezTo>
                <a:lnTo>
                  <a:pt x="143375" y="1425219"/>
                </a:lnTo>
                <a:cubicBezTo>
                  <a:pt x="64210" y="1425219"/>
                  <a:pt x="0" y="1361009"/>
                  <a:pt x="0" y="1281844"/>
                </a:cubicBezTo>
                <a:lnTo>
                  <a:pt x="0" y="143375"/>
                </a:lnTo>
                <a:close/>
              </a:path>
            </a:pathLst>
          </a:custGeom>
          <a:solidFill>
            <a:srgbClr val="F7F8FC"/>
          </a:solidFill>
          <a:ln w="10414" cap="flat">
            <a:solidFill>
              <a:srgbClr val="181717"/>
            </a:solidFill>
            <a:custDash>
              <a:ds d="800250" sp="300000"/>
            </a:custDash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6A594F54-5C09-40FD-8AF4-04CFDAA296AB}"/>
              </a:ext>
            </a:extLst>
          </p:cNvPr>
          <p:cNvSpPr/>
          <p:nvPr/>
        </p:nvSpPr>
        <p:spPr>
          <a:xfrm>
            <a:off x="3920772" y="865079"/>
            <a:ext cx="1003379" cy="637332"/>
          </a:xfrm>
          <a:custGeom>
            <a:avLst/>
            <a:gdLst>
              <a:gd name="connsiteX0" fmla="*/ 0 w 2137789"/>
              <a:gd name="connsiteY0" fmla="*/ 143375 h 1425219"/>
              <a:gd name="connsiteX1" fmla="*/ 143375 w 2137789"/>
              <a:gd name="connsiteY1" fmla="*/ 0 h 1425219"/>
              <a:gd name="connsiteX2" fmla="*/ 1994414 w 2137789"/>
              <a:gd name="connsiteY2" fmla="*/ 0 h 1425219"/>
              <a:gd name="connsiteX3" fmla="*/ 2137789 w 2137789"/>
              <a:gd name="connsiteY3" fmla="*/ 143375 h 1425219"/>
              <a:gd name="connsiteX4" fmla="*/ 2137789 w 2137789"/>
              <a:gd name="connsiteY4" fmla="*/ 1281844 h 1425219"/>
              <a:gd name="connsiteX5" fmla="*/ 1994414 w 2137789"/>
              <a:gd name="connsiteY5" fmla="*/ 1425219 h 1425219"/>
              <a:gd name="connsiteX6" fmla="*/ 143375 w 2137789"/>
              <a:gd name="connsiteY6" fmla="*/ 1425219 h 1425219"/>
              <a:gd name="connsiteX7" fmla="*/ 0 w 2137789"/>
              <a:gd name="connsiteY7" fmla="*/ 1281844 h 1425219"/>
              <a:gd name="connsiteX8" fmla="*/ 0 w 2137789"/>
              <a:gd name="connsiteY8" fmla="*/ 143375 h 1425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7789" h="1425219">
                <a:moveTo>
                  <a:pt x="0" y="143375"/>
                </a:moveTo>
                <a:cubicBezTo>
                  <a:pt x="0" y="64210"/>
                  <a:pt x="64210" y="0"/>
                  <a:pt x="143375" y="0"/>
                </a:cubicBezTo>
                <a:lnTo>
                  <a:pt x="1994414" y="0"/>
                </a:lnTo>
                <a:cubicBezTo>
                  <a:pt x="2073580" y="0"/>
                  <a:pt x="2137789" y="64210"/>
                  <a:pt x="2137789" y="143375"/>
                </a:cubicBezTo>
                <a:lnTo>
                  <a:pt x="2137789" y="1281844"/>
                </a:lnTo>
                <a:cubicBezTo>
                  <a:pt x="2137789" y="1361009"/>
                  <a:pt x="2073580" y="1425219"/>
                  <a:pt x="1994414" y="1425219"/>
                </a:cubicBezTo>
                <a:lnTo>
                  <a:pt x="143375" y="1425219"/>
                </a:lnTo>
                <a:cubicBezTo>
                  <a:pt x="64210" y="1425219"/>
                  <a:pt x="0" y="1361009"/>
                  <a:pt x="0" y="1281844"/>
                </a:cubicBezTo>
                <a:lnTo>
                  <a:pt x="0" y="143375"/>
                </a:lnTo>
                <a:close/>
              </a:path>
            </a:pathLst>
          </a:custGeom>
          <a:solidFill>
            <a:srgbClr val="F7F8FC"/>
          </a:solidFill>
          <a:ln w="10414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4D7C50C0-455F-49A4-9DF4-03C8E9272F5D}"/>
              </a:ext>
            </a:extLst>
          </p:cNvPr>
          <p:cNvSpPr/>
          <p:nvPr/>
        </p:nvSpPr>
        <p:spPr>
          <a:xfrm>
            <a:off x="3899135" y="2238520"/>
            <a:ext cx="1003379" cy="637332"/>
          </a:xfrm>
          <a:custGeom>
            <a:avLst/>
            <a:gdLst>
              <a:gd name="connsiteX0" fmla="*/ 0 w 2137789"/>
              <a:gd name="connsiteY0" fmla="*/ 143375 h 1425219"/>
              <a:gd name="connsiteX1" fmla="*/ 143375 w 2137789"/>
              <a:gd name="connsiteY1" fmla="*/ 0 h 1425219"/>
              <a:gd name="connsiteX2" fmla="*/ 1994414 w 2137789"/>
              <a:gd name="connsiteY2" fmla="*/ 0 h 1425219"/>
              <a:gd name="connsiteX3" fmla="*/ 2137789 w 2137789"/>
              <a:gd name="connsiteY3" fmla="*/ 143375 h 1425219"/>
              <a:gd name="connsiteX4" fmla="*/ 2137789 w 2137789"/>
              <a:gd name="connsiteY4" fmla="*/ 1281844 h 1425219"/>
              <a:gd name="connsiteX5" fmla="*/ 1994414 w 2137789"/>
              <a:gd name="connsiteY5" fmla="*/ 1425219 h 1425219"/>
              <a:gd name="connsiteX6" fmla="*/ 143375 w 2137789"/>
              <a:gd name="connsiteY6" fmla="*/ 1425219 h 1425219"/>
              <a:gd name="connsiteX7" fmla="*/ 0 w 2137789"/>
              <a:gd name="connsiteY7" fmla="*/ 1281844 h 1425219"/>
              <a:gd name="connsiteX8" fmla="*/ 0 w 2137789"/>
              <a:gd name="connsiteY8" fmla="*/ 143375 h 1425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7789" h="1425219">
                <a:moveTo>
                  <a:pt x="0" y="143375"/>
                </a:moveTo>
                <a:cubicBezTo>
                  <a:pt x="0" y="64210"/>
                  <a:pt x="64210" y="0"/>
                  <a:pt x="143375" y="0"/>
                </a:cubicBezTo>
                <a:lnTo>
                  <a:pt x="1994414" y="0"/>
                </a:lnTo>
                <a:cubicBezTo>
                  <a:pt x="2073580" y="0"/>
                  <a:pt x="2137789" y="64210"/>
                  <a:pt x="2137789" y="143375"/>
                </a:cubicBezTo>
                <a:lnTo>
                  <a:pt x="2137789" y="1281844"/>
                </a:lnTo>
                <a:cubicBezTo>
                  <a:pt x="2137789" y="1361009"/>
                  <a:pt x="2073580" y="1425219"/>
                  <a:pt x="1994414" y="1425219"/>
                </a:cubicBezTo>
                <a:lnTo>
                  <a:pt x="143375" y="1425219"/>
                </a:lnTo>
                <a:cubicBezTo>
                  <a:pt x="64210" y="1425219"/>
                  <a:pt x="0" y="1361009"/>
                  <a:pt x="0" y="1281844"/>
                </a:cubicBezTo>
                <a:lnTo>
                  <a:pt x="0" y="143375"/>
                </a:lnTo>
                <a:close/>
              </a:path>
            </a:pathLst>
          </a:custGeom>
          <a:solidFill>
            <a:srgbClr val="F7F8FC"/>
          </a:solidFill>
          <a:ln w="10414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C4843A81-C367-4551-AD6A-A9300D3CAAC9}"/>
              </a:ext>
            </a:extLst>
          </p:cNvPr>
          <p:cNvSpPr/>
          <p:nvPr/>
        </p:nvSpPr>
        <p:spPr>
          <a:xfrm>
            <a:off x="3908837" y="1552349"/>
            <a:ext cx="1003379" cy="637333"/>
          </a:xfrm>
          <a:custGeom>
            <a:avLst/>
            <a:gdLst>
              <a:gd name="connsiteX0" fmla="*/ 0 w 2137789"/>
              <a:gd name="connsiteY0" fmla="*/ 143375 h 1425219"/>
              <a:gd name="connsiteX1" fmla="*/ 143375 w 2137789"/>
              <a:gd name="connsiteY1" fmla="*/ 0 h 1425219"/>
              <a:gd name="connsiteX2" fmla="*/ 1994414 w 2137789"/>
              <a:gd name="connsiteY2" fmla="*/ 0 h 1425219"/>
              <a:gd name="connsiteX3" fmla="*/ 2137789 w 2137789"/>
              <a:gd name="connsiteY3" fmla="*/ 143375 h 1425219"/>
              <a:gd name="connsiteX4" fmla="*/ 2137789 w 2137789"/>
              <a:gd name="connsiteY4" fmla="*/ 1281844 h 1425219"/>
              <a:gd name="connsiteX5" fmla="*/ 1994414 w 2137789"/>
              <a:gd name="connsiteY5" fmla="*/ 1425219 h 1425219"/>
              <a:gd name="connsiteX6" fmla="*/ 143375 w 2137789"/>
              <a:gd name="connsiteY6" fmla="*/ 1425219 h 1425219"/>
              <a:gd name="connsiteX7" fmla="*/ 0 w 2137789"/>
              <a:gd name="connsiteY7" fmla="*/ 1281844 h 1425219"/>
              <a:gd name="connsiteX8" fmla="*/ 0 w 2137789"/>
              <a:gd name="connsiteY8" fmla="*/ 143375 h 1425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7789" h="1425219">
                <a:moveTo>
                  <a:pt x="0" y="143375"/>
                </a:moveTo>
                <a:cubicBezTo>
                  <a:pt x="0" y="64210"/>
                  <a:pt x="64210" y="0"/>
                  <a:pt x="143375" y="0"/>
                </a:cubicBezTo>
                <a:lnTo>
                  <a:pt x="1994414" y="0"/>
                </a:lnTo>
                <a:cubicBezTo>
                  <a:pt x="2073580" y="0"/>
                  <a:pt x="2137789" y="64210"/>
                  <a:pt x="2137789" y="143375"/>
                </a:cubicBezTo>
                <a:lnTo>
                  <a:pt x="2137789" y="1281844"/>
                </a:lnTo>
                <a:cubicBezTo>
                  <a:pt x="2137789" y="1361009"/>
                  <a:pt x="2073580" y="1425219"/>
                  <a:pt x="1994414" y="1425219"/>
                </a:cubicBezTo>
                <a:lnTo>
                  <a:pt x="143375" y="1425219"/>
                </a:lnTo>
                <a:cubicBezTo>
                  <a:pt x="64210" y="1425219"/>
                  <a:pt x="0" y="1361009"/>
                  <a:pt x="0" y="1281844"/>
                </a:cubicBezTo>
                <a:lnTo>
                  <a:pt x="0" y="143375"/>
                </a:lnTo>
                <a:close/>
              </a:path>
            </a:pathLst>
          </a:custGeom>
          <a:solidFill>
            <a:srgbClr val="F7F8FC"/>
          </a:solidFill>
          <a:ln w="10414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0E5F2D4-DB82-41E6-8A81-83C56788595D}"/>
              </a:ext>
            </a:extLst>
          </p:cNvPr>
          <p:cNvSpPr txBox="1"/>
          <p:nvPr/>
        </p:nvSpPr>
        <p:spPr>
          <a:xfrm>
            <a:off x="3920771" y="865078"/>
            <a:ext cx="10033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246425"/>
                </a:solidFill>
              </a:rPr>
              <a:t>Response A</a:t>
            </a:r>
            <a:endParaRPr lang="zh-CN" altLang="en-US" sz="1200" b="1" dirty="0">
              <a:solidFill>
                <a:srgbClr val="246425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45F682A-F21A-4F80-8350-798671AF2B86}"/>
              </a:ext>
            </a:extLst>
          </p:cNvPr>
          <p:cNvSpPr txBox="1"/>
          <p:nvPr/>
        </p:nvSpPr>
        <p:spPr>
          <a:xfrm>
            <a:off x="3908837" y="1554029"/>
            <a:ext cx="10033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D8941"/>
                </a:solidFill>
              </a:rPr>
              <a:t>Response B</a:t>
            </a:r>
            <a:endParaRPr lang="zh-CN" altLang="en-US" sz="1200" b="1" dirty="0">
              <a:solidFill>
                <a:srgbClr val="FD894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C0604AA-C2C8-474A-9CD2-4D25846F0624}"/>
              </a:ext>
            </a:extLst>
          </p:cNvPr>
          <p:cNvSpPr txBox="1"/>
          <p:nvPr/>
        </p:nvSpPr>
        <p:spPr>
          <a:xfrm>
            <a:off x="3908837" y="2236910"/>
            <a:ext cx="9936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</a:rPr>
              <a:t>Response C</a:t>
            </a:r>
            <a:endParaRPr lang="zh-CN" altLang="en-US" sz="1200" b="1" dirty="0">
              <a:solidFill>
                <a:srgbClr val="FF0000"/>
              </a:solidFill>
            </a:endParaRPr>
          </a:p>
        </p:txBody>
      </p:sp>
      <p:pic>
        <p:nvPicPr>
          <p:cNvPr id="27" name="图形 26">
            <a:extLst>
              <a:ext uri="{FF2B5EF4-FFF2-40B4-BE49-F238E27FC236}">
                <a16:creationId xmlns:a16="http://schemas.microsoft.com/office/drawing/2014/main" id="{302E7A9E-E594-4249-A837-89F7CD526F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4445" y="1626847"/>
            <a:ext cx="466420" cy="466420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F1FC7408-47CC-49EC-8439-521D8A8D7DCD}"/>
              </a:ext>
            </a:extLst>
          </p:cNvPr>
          <p:cNvSpPr txBox="1"/>
          <p:nvPr/>
        </p:nvSpPr>
        <p:spPr>
          <a:xfrm>
            <a:off x="3076175" y="2110545"/>
            <a:ext cx="822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</a:t>
            </a:r>
            <a:b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MLLM</a:t>
            </a:r>
            <a:endParaRPr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57789263-D21E-49B7-8915-3EE7BA95662A}"/>
              </a:ext>
            </a:extLst>
          </p:cNvPr>
          <p:cNvCxnSpPr>
            <a:cxnSpLocks/>
          </p:cNvCxnSpPr>
          <p:nvPr/>
        </p:nvCxnSpPr>
        <p:spPr>
          <a:xfrm>
            <a:off x="3066473" y="1861668"/>
            <a:ext cx="158057" cy="0"/>
          </a:xfrm>
          <a:prstGeom prst="straightConnector1">
            <a:avLst/>
          </a:prstGeom>
          <a:ln w="25400">
            <a:solidFill>
              <a:srgbClr val="5A5A5A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328D22E4-7310-4057-93D7-91531132E1C7}"/>
              </a:ext>
            </a:extLst>
          </p:cNvPr>
          <p:cNvCxnSpPr>
            <a:cxnSpLocks/>
          </p:cNvCxnSpPr>
          <p:nvPr/>
        </p:nvCxnSpPr>
        <p:spPr>
          <a:xfrm>
            <a:off x="3750780" y="1860057"/>
            <a:ext cx="158057" cy="0"/>
          </a:xfrm>
          <a:prstGeom prst="straightConnector1">
            <a:avLst/>
          </a:prstGeom>
          <a:ln w="25400">
            <a:solidFill>
              <a:srgbClr val="5A5A5A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椭圆 36">
            <a:extLst>
              <a:ext uri="{FF2B5EF4-FFF2-40B4-BE49-F238E27FC236}">
                <a16:creationId xmlns:a16="http://schemas.microsoft.com/office/drawing/2014/main" id="{E3EEF432-0333-435B-B5F1-ED9030652F7F}"/>
              </a:ext>
            </a:extLst>
          </p:cNvPr>
          <p:cNvSpPr/>
          <p:nvPr/>
        </p:nvSpPr>
        <p:spPr>
          <a:xfrm>
            <a:off x="1310561" y="374262"/>
            <a:ext cx="252000" cy="252000"/>
          </a:xfrm>
          <a:prstGeom prst="ellipse">
            <a:avLst/>
          </a:prstGeom>
          <a:noFill/>
          <a:ln w="19050">
            <a:solidFill>
              <a:srgbClr val="FF3D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B413D4FD-7301-45D9-9B1C-C7E26F63E5E0}"/>
              </a:ext>
            </a:extLst>
          </p:cNvPr>
          <p:cNvSpPr/>
          <p:nvPr/>
        </p:nvSpPr>
        <p:spPr>
          <a:xfrm>
            <a:off x="7181896" y="343209"/>
            <a:ext cx="252000" cy="252000"/>
          </a:xfrm>
          <a:prstGeom prst="ellipse">
            <a:avLst/>
          </a:prstGeom>
          <a:noFill/>
          <a:ln w="19050">
            <a:solidFill>
              <a:srgbClr val="FF3D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EEA5F5C-43C9-422D-8E76-6ED7AD24C743}"/>
              </a:ext>
            </a:extLst>
          </p:cNvPr>
          <p:cNvSpPr txBox="1"/>
          <p:nvPr/>
        </p:nvSpPr>
        <p:spPr>
          <a:xfrm>
            <a:off x="1562561" y="331710"/>
            <a:ext cx="24917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1147B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Image-Question Dataset</a:t>
            </a:r>
            <a:endParaRPr lang="zh-CN" altLang="en-US" sz="1600" b="1" dirty="0">
              <a:solidFill>
                <a:srgbClr val="1147B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710B8263-432D-491E-A16A-96865559864D}"/>
              </a:ext>
            </a:extLst>
          </p:cNvPr>
          <p:cNvSpPr txBox="1"/>
          <p:nvPr/>
        </p:nvSpPr>
        <p:spPr>
          <a:xfrm>
            <a:off x="1811820" y="562861"/>
            <a:ext cx="24664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 Generation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4BCF2A0E-76BA-4DA0-B79B-06CB724BF019}"/>
              </a:ext>
            </a:extLst>
          </p:cNvPr>
          <p:cNvSpPr txBox="1"/>
          <p:nvPr/>
        </p:nvSpPr>
        <p:spPr>
          <a:xfrm>
            <a:off x="1436561" y="1031963"/>
            <a:ext cx="1851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Image-Question</a:t>
            </a:r>
            <a:endParaRPr lang="zh-CN" altLang="en-US" sz="1400" dirty="0"/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0D21E551-694D-4028-A354-77EB0D5C13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9824" y="1324519"/>
            <a:ext cx="1323420" cy="1095957"/>
          </a:xfrm>
          <a:prstGeom prst="rect">
            <a:avLst/>
          </a:prstGeom>
        </p:spPr>
      </p:pic>
      <p:sp>
        <p:nvSpPr>
          <p:cNvPr id="45" name="文本框 44">
            <a:extLst>
              <a:ext uri="{FF2B5EF4-FFF2-40B4-BE49-F238E27FC236}">
                <a16:creationId xmlns:a16="http://schemas.microsoft.com/office/drawing/2014/main" id="{2CB79928-97E0-4AD0-B0F7-564C2BEAE9FD}"/>
              </a:ext>
            </a:extLst>
          </p:cNvPr>
          <p:cNvSpPr txBox="1"/>
          <p:nvPr/>
        </p:nvSpPr>
        <p:spPr>
          <a:xfrm>
            <a:off x="1326271" y="2422862"/>
            <a:ext cx="1851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Prompt: </a:t>
            </a:r>
          </a:p>
          <a:p>
            <a:pPr marL="72000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families?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38BF7F8B-BAD4-49D6-A2B6-92A742A3A1FC}"/>
              </a:ext>
            </a:extLst>
          </p:cNvPr>
          <p:cNvSpPr txBox="1"/>
          <p:nvPr/>
        </p:nvSpPr>
        <p:spPr>
          <a:xfrm>
            <a:off x="3853499" y="1778399"/>
            <a:ext cx="113792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image shows a Union Organization table setup with 18,000 families.</a:t>
            </a:r>
            <a:endParaRPr lang="zh-CN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066CF5A4-D5E8-4733-AB74-4A1023F9FCEE}"/>
              </a:ext>
            </a:extLst>
          </p:cNvPr>
          <p:cNvSpPr txBox="1"/>
          <p:nvPr/>
        </p:nvSpPr>
        <p:spPr>
          <a:xfrm>
            <a:off x="3876317" y="2457507"/>
            <a:ext cx="113792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image does not provide any information about families.</a:t>
            </a:r>
            <a:endParaRPr lang="zh-CN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CDF3547E-1A15-4AD3-A16F-E36C994DE1AA}"/>
              </a:ext>
            </a:extLst>
          </p:cNvPr>
          <p:cNvSpPr txBox="1"/>
          <p:nvPr/>
        </p:nvSpPr>
        <p:spPr>
          <a:xfrm>
            <a:off x="3920771" y="1073428"/>
            <a:ext cx="100337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image shows a union organization display.</a:t>
            </a:r>
            <a:endParaRPr lang="zh-CN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矩形: 圆角 13">
            <a:extLst>
              <a:ext uri="{FF2B5EF4-FFF2-40B4-BE49-F238E27FC236}">
                <a16:creationId xmlns:a16="http://schemas.microsoft.com/office/drawing/2014/main" id="{350918E0-1EBD-4BAF-B867-D41FA9190DBF}"/>
              </a:ext>
            </a:extLst>
          </p:cNvPr>
          <p:cNvSpPr/>
          <p:nvPr/>
        </p:nvSpPr>
        <p:spPr>
          <a:xfrm>
            <a:off x="5333481" y="299883"/>
            <a:ext cx="4817072" cy="2638951"/>
          </a:xfrm>
          <a:custGeom>
            <a:avLst/>
            <a:gdLst>
              <a:gd name="connsiteX0" fmla="*/ 0 w 3900792"/>
              <a:gd name="connsiteY0" fmla="*/ 438564 h 2631331"/>
              <a:gd name="connsiteX1" fmla="*/ 438564 w 3900792"/>
              <a:gd name="connsiteY1" fmla="*/ 0 h 2631331"/>
              <a:gd name="connsiteX2" fmla="*/ 3462228 w 3900792"/>
              <a:gd name="connsiteY2" fmla="*/ 0 h 2631331"/>
              <a:gd name="connsiteX3" fmla="*/ 3900792 w 3900792"/>
              <a:gd name="connsiteY3" fmla="*/ 438564 h 2631331"/>
              <a:gd name="connsiteX4" fmla="*/ 3900792 w 3900792"/>
              <a:gd name="connsiteY4" fmla="*/ 2192767 h 2631331"/>
              <a:gd name="connsiteX5" fmla="*/ 3462228 w 3900792"/>
              <a:gd name="connsiteY5" fmla="*/ 2631331 h 2631331"/>
              <a:gd name="connsiteX6" fmla="*/ 438564 w 3900792"/>
              <a:gd name="connsiteY6" fmla="*/ 2631331 h 2631331"/>
              <a:gd name="connsiteX7" fmla="*/ 0 w 3900792"/>
              <a:gd name="connsiteY7" fmla="*/ 2192767 h 2631331"/>
              <a:gd name="connsiteX8" fmla="*/ 0 w 3900792"/>
              <a:gd name="connsiteY8" fmla="*/ 438564 h 2631331"/>
              <a:gd name="connsiteX0" fmla="*/ 0 w 3900792"/>
              <a:gd name="connsiteY0" fmla="*/ 438564 h 2631331"/>
              <a:gd name="connsiteX1" fmla="*/ 438564 w 3900792"/>
              <a:gd name="connsiteY1" fmla="*/ 0 h 2631331"/>
              <a:gd name="connsiteX2" fmla="*/ 3462228 w 3900792"/>
              <a:gd name="connsiteY2" fmla="*/ 0 h 2631331"/>
              <a:gd name="connsiteX3" fmla="*/ 3900792 w 3900792"/>
              <a:gd name="connsiteY3" fmla="*/ 438564 h 2631331"/>
              <a:gd name="connsiteX4" fmla="*/ 3900792 w 3900792"/>
              <a:gd name="connsiteY4" fmla="*/ 2192767 h 2631331"/>
              <a:gd name="connsiteX5" fmla="*/ 3462228 w 3900792"/>
              <a:gd name="connsiteY5" fmla="*/ 2631331 h 2631331"/>
              <a:gd name="connsiteX6" fmla="*/ 438564 w 3900792"/>
              <a:gd name="connsiteY6" fmla="*/ 2631331 h 2631331"/>
              <a:gd name="connsiteX7" fmla="*/ 0 w 3900792"/>
              <a:gd name="connsiteY7" fmla="*/ 2360407 h 2631331"/>
              <a:gd name="connsiteX8" fmla="*/ 0 w 3900792"/>
              <a:gd name="connsiteY8" fmla="*/ 438564 h 2631331"/>
              <a:gd name="connsiteX0" fmla="*/ 703 w 3901495"/>
              <a:gd name="connsiteY0" fmla="*/ 438564 h 2638951"/>
              <a:gd name="connsiteX1" fmla="*/ 439267 w 3901495"/>
              <a:gd name="connsiteY1" fmla="*/ 0 h 2638951"/>
              <a:gd name="connsiteX2" fmla="*/ 3462931 w 3901495"/>
              <a:gd name="connsiteY2" fmla="*/ 0 h 2638951"/>
              <a:gd name="connsiteX3" fmla="*/ 3901495 w 3901495"/>
              <a:gd name="connsiteY3" fmla="*/ 438564 h 2638951"/>
              <a:gd name="connsiteX4" fmla="*/ 3901495 w 3901495"/>
              <a:gd name="connsiteY4" fmla="*/ 2192767 h 2638951"/>
              <a:gd name="connsiteX5" fmla="*/ 3462931 w 3901495"/>
              <a:gd name="connsiteY5" fmla="*/ 2631331 h 2638951"/>
              <a:gd name="connsiteX6" fmla="*/ 218287 w 3901495"/>
              <a:gd name="connsiteY6" fmla="*/ 2638951 h 2638951"/>
              <a:gd name="connsiteX7" fmla="*/ 703 w 3901495"/>
              <a:gd name="connsiteY7" fmla="*/ 2360407 h 2638951"/>
              <a:gd name="connsiteX8" fmla="*/ 703 w 3901495"/>
              <a:gd name="connsiteY8" fmla="*/ 438564 h 2638951"/>
              <a:gd name="connsiteX0" fmla="*/ 703 w 3901495"/>
              <a:gd name="connsiteY0" fmla="*/ 263304 h 2638951"/>
              <a:gd name="connsiteX1" fmla="*/ 439267 w 3901495"/>
              <a:gd name="connsiteY1" fmla="*/ 0 h 2638951"/>
              <a:gd name="connsiteX2" fmla="*/ 3462931 w 3901495"/>
              <a:gd name="connsiteY2" fmla="*/ 0 h 2638951"/>
              <a:gd name="connsiteX3" fmla="*/ 3901495 w 3901495"/>
              <a:gd name="connsiteY3" fmla="*/ 438564 h 2638951"/>
              <a:gd name="connsiteX4" fmla="*/ 3901495 w 3901495"/>
              <a:gd name="connsiteY4" fmla="*/ 2192767 h 2638951"/>
              <a:gd name="connsiteX5" fmla="*/ 3462931 w 3901495"/>
              <a:gd name="connsiteY5" fmla="*/ 2631331 h 2638951"/>
              <a:gd name="connsiteX6" fmla="*/ 218287 w 3901495"/>
              <a:gd name="connsiteY6" fmla="*/ 2638951 h 2638951"/>
              <a:gd name="connsiteX7" fmla="*/ 703 w 3901495"/>
              <a:gd name="connsiteY7" fmla="*/ 2360407 h 2638951"/>
              <a:gd name="connsiteX8" fmla="*/ 703 w 3901495"/>
              <a:gd name="connsiteY8" fmla="*/ 263304 h 2638951"/>
              <a:gd name="connsiteX0" fmla="*/ 703 w 3901495"/>
              <a:gd name="connsiteY0" fmla="*/ 263304 h 2638951"/>
              <a:gd name="connsiteX1" fmla="*/ 256387 w 3901495"/>
              <a:gd name="connsiteY1" fmla="*/ 0 h 2638951"/>
              <a:gd name="connsiteX2" fmla="*/ 3462931 w 3901495"/>
              <a:gd name="connsiteY2" fmla="*/ 0 h 2638951"/>
              <a:gd name="connsiteX3" fmla="*/ 3901495 w 3901495"/>
              <a:gd name="connsiteY3" fmla="*/ 438564 h 2638951"/>
              <a:gd name="connsiteX4" fmla="*/ 3901495 w 3901495"/>
              <a:gd name="connsiteY4" fmla="*/ 2192767 h 2638951"/>
              <a:gd name="connsiteX5" fmla="*/ 3462931 w 3901495"/>
              <a:gd name="connsiteY5" fmla="*/ 2631331 h 2638951"/>
              <a:gd name="connsiteX6" fmla="*/ 218287 w 3901495"/>
              <a:gd name="connsiteY6" fmla="*/ 2638951 h 2638951"/>
              <a:gd name="connsiteX7" fmla="*/ 703 w 3901495"/>
              <a:gd name="connsiteY7" fmla="*/ 2360407 h 2638951"/>
              <a:gd name="connsiteX8" fmla="*/ 703 w 3901495"/>
              <a:gd name="connsiteY8" fmla="*/ 263304 h 2638951"/>
              <a:gd name="connsiteX0" fmla="*/ 703 w 3913454"/>
              <a:gd name="connsiteY0" fmla="*/ 263304 h 2638951"/>
              <a:gd name="connsiteX1" fmla="*/ 256387 w 3913454"/>
              <a:gd name="connsiteY1" fmla="*/ 0 h 2638951"/>
              <a:gd name="connsiteX2" fmla="*/ 3737251 w 3913454"/>
              <a:gd name="connsiteY2" fmla="*/ 0 h 2638951"/>
              <a:gd name="connsiteX3" fmla="*/ 3901495 w 3913454"/>
              <a:gd name="connsiteY3" fmla="*/ 438564 h 2638951"/>
              <a:gd name="connsiteX4" fmla="*/ 3901495 w 3913454"/>
              <a:gd name="connsiteY4" fmla="*/ 2192767 h 2638951"/>
              <a:gd name="connsiteX5" fmla="*/ 3462931 w 3913454"/>
              <a:gd name="connsiteY5" fmla="*/ 2631331 h 2638951"/>
              <a:gd name="connsiteX6" fmla="*/ 218287 w 3913454"/>
              <a:gd name="connsiteY6" fmla="*/ 2638951 h 2638951"/>
              <a:gd name="connsiteX7" fmla="*/ 703 w 3913454"/>
              <a:gd name="connsiteY7" fmla="*/ 2360407 h 2638951"/>
              <a:gd name="connsiteX8" fmla="*/ 703 w 3913454"/>
              <a:gd name="connsiteY8" fmla="*/ 263304 h 2638951"/>
              <a:gd name="connsiteX0" fmla="*/ 703 w 3924038"/>
              <a:gd name="connsiteY0" fmla="*/ 263304 h 2638951"/>
              <a:gd name="connsiteX1" fmla="*/ 256387 w 3924038"/>
              <a:gd name="connsiteY1" fmla="*/ 0 h 2638951"/>
              <a:gd name="connsiteX2" fmla="*/ 3737251 w 3924038"/>
              <a:gd name="connsiteY2" fmla="*/ 0 h 2638951"/>
              <a:gd name="connsiteX3" fmla="*/ 3916735 w 3924038"/>
              <a:gd name="connsiteY3" fmla="*/ 240444 h 2638951"/>
              <a:gd name="connsiteX4" fmla="*/ 3901495 w 3924038"/>
              <a:gd name="connsiteY4" fmla="*/ 2192767 h 2638951"/>
              <a:gd name="connsiteX5" fmla="*/ 3462931 w 3924038"/>
              <a:gd name="connsiteY5" fmla="*/ 2631331 h 2638951"/>
              <a:gd name="connsiteX6" fmla="*/ 218287 w 3924038"/>
              <a:gd name="connsiteY6" fmla="*/ 2638951 h 2638951"/>
              <a:gd name="connsiteX7" fmla="*/ 703 w 3924038"/>
              <a:gd name="connsiteY7" fmla="*/ 2360407 h 2638951"/>
              <a:gd name="connsiteX8" fmla="*/ 703 w 3924038"/>
              <a:gd name="connsiteY8" fmla="*/ 263304 h 2638951"/>
              <a:gd name="connsiteX0" fmla="*/ 703 w 3916735"/>
              <a:gd name="connsiteY0" fmla="*/ 263304 h 2638951"/>
              <a:gd name="connsiteX1" fmla="*/ 256387 w 3916735"/>
              <a:gd name="connsiteY1" fmla="*/ 0 h 2638951"/>
              <a:gd name="connsiteX2" fmla="*/ 3661051 w 3916735"/>
              <a:gd name="connsiteY2" fmla="*/ 0 h 2638951"/>
              <a:gd name="connsiteX3" fmla="*/ 3916735 w 3916735"/>
              <a:gd name="connsiteY3" fmla="*/ 240444 h 2638951"/>
              <a:gd name="connsiteX4" fmla="*/ 3901495 w 3916735"/>
              <a:gd name="connsiteY4" fmla="*/ 2192767 h 2638951"/>
              <a:gd name="connsiteX5" fmla="*/ 3462931 w 3916735"/>
              <a:gd name="connsiteY5" fmla="*/ 2631331 h 2638951"/>
              <a:gd name="connsiteX6" fmla="*/ 218287 w 3916735"/>
              <a:gd name="connsiteY6" fmla="*/ 2638951 h 2638951"/>
              <a:gd name="connsiteX7" fmla="*/ 703 w 3916735"/>
              <a:gd name="connsiteY7" fmla="*/ 2360407 h 2638951"/>
              <a:gd name="connsiteX8" fmla="*/ 703 w 3916735"/>
              <a:gd name="connsiteY8" fmla="*/ 263304 h 2638951"/>
              <a:gd name="connsiteX0" fmla="*/ 703 w 3916735"/>
              <a:gd name="connsiteY0" fmla="*/ 263304 h 2638951"/>
              <a:gd name="connsiteX1" fmla="*/ 256387 w 3916735"/>
              <a:gd name="connsiteY1" fmla="*/ 0 h 2638951"/>
              <a:gd name="connsiteX2" fmla="*/ 3661051 w 3916735"/>
              <a:gd name="connsiteY2" fmla="*/ 0 h 2638951"/>
              <a:gd name="connsiteX3" fmla="*/ 3916735 w 3916735"/>
              <a:gd name="connsiteY3" fmla="*/ 240444 h 2638951"/>
              <a:gd name="connsiteX4" fmla="*/ 3901495 w 3916735"/>
              <a:gd name="connsiteY4" fmla="*/ 2192767 h 2638951"/>
              <a:gd name="connsiteX5" fmla="*/ 3683911 w 3916735"/>
              <a:gd name="connsiteY5" fmla="*/ 2638951 h 2638951"/>
              <a:gd name="connsiteX6" fmla="*/ 218287 w 3916735"/>
              <a:gd name="connsiteY6" fmla="*/ 2638951 h 2638951"/>
              <a:gd name="connsiteX7" fmla="*/ 703 w 3916735"/>
              <a:gd name="connsiteY7" fmla="*/ 2360407 h 2638951"/>
              <a:gd name="connsiteX8" fmla="*/ 703 w 3916735"/>
              <a:gd name="connsiteY8" fmla="*/ 263304 h 2638951"/>
              <a:gd name="connsiteX0" fmla="*/ 703 w 3916735"/>
              <a:gd name="connsiteY0" fmla="*/ 263304 h 2641396"/>
              <a:gd name="connsiteX1" fmla="*/ 256387 w 3916735"/>
              <a:gd name="connsiteY1" fmla="*/ 0 h 2641396"/>
              <a:gd name="connsiteX2" fmla="*/ 3661051 w 3916735"/>
              <a:gd name="connsiteY2" fmla="*/ 0 h 2641396"/>
              <a:gd name="connsiteX3" fmla="*/ 3916735 w 3916735"/>
              <a:gd name="connsiteY3" fmla="*/ 240444 h 2641396"/>
              <a:gd name="connsiteX4" fmla="*/ 3893875 w 3916735"/>
              <a:gd name="connsiteY4" fmla="*/ 2436607 h 2641396"/>
              <a:gd name="connsiteX5" fmla="*/ 3683911 w 3916735"/>
              <a:gd name="connsiteY5" fmla="*/ 2638951 h 2641396"/>
              <a:gd name="connsiteX6" fmla="*/ 218287 w 3916735"/>
              <a:gd name="connsiteY6" fmla="*/ 2638951 h 2641396"/>
              <a:gd name="connsiteX7" fmla="*/ 703 w 3916735"/>
              <a:gd name="connsiteY7" fmla="*/ 2360407 h 2641396"/>
              <a:gd name="connsiteX8" fmla="*/ 703 w 3916735"/>
              <a:gd name="connsiteY8" fmla="*/ 263304 h 2641396"/>
              <a:gd name="connsiteX0" fmla="*/ 703 w 3916735"/>
              <a:gd name="connsiteY0" fmla="*/ 263304 h 2641396"/>
              <a:gd name="connsiteX1" fmla="*/ 256387 w 3916735"/>
              <a:gd name="connsiteY1" fmla="*/ 0 h 2641396"/>
              <a:gd name="connsiteX2" fmla="*/ 3661051 w 3916735"/>
              <a:gd name="connsiteY2" fmla="*/ 0 h 2641396"/>
              <a:gd name="connsiteX3" fmla="*/ 3916735 w 3916735"/>
              <a:gd name="connsiteY3" fmla="*/ 240444 h 2641396"/>
              <a:gd name="connsiteX4" fmla="*/ 3893875 w 3916735"/>
              <a:gd name="connsiteY4" fmla="*/ 2436607 h 2641396"/>
              <a:gd name="connsiteX5" fmla="*/ 3592471 w 3916735"/>
              <a:gd name="connsiteY5" fmla="*/ 2638951 h 2641396"/>
              <a:gd name="connsiteX6" fmla="*/ 218287 w 3916735"/>
              <a:gd name="connsiteY6" fmla="*/ 2638951 h 2641396"/>
              <a:gd name="connsiteX7" fmla="*/ 703 w 3916735"/>
              <a:gd name="connsiteY7" fmla="*/ 2360407 h 2641396"/>
              <a:gd name="connsiteX8" fmla="*/ 703 w 3916735"/>
              <a:gd name="connsiteY8" fmla="*/ 263304 h 2641396"/>
              <a:gd name="connsiteX0" fmla="*/ 703 w 3916735"/>
              <a:gd name="connsiteY0" fmla="*/ 263304 h 2638951"/>
              <a:gd name="connsiteX1" fmla="*/ 256387 w 3916735"/>
              <a:gd name="connsiteY1" fmla="*/ 0 h 2638951"/>
              <a:gd name="connsiteX2" fmla="*/ 3661051 w 3916735"/>
              <a:gd name="connsiteY2" fmla="*/ 0 h 2638951"/>
              <a:gd name="connsiteX3" fmla="*/ 3916735 w 3916735"/>
              <a:gd name="connsiteY3" fmla="*/ 240444 h 2638951"/>
              <a:gd name="connsiteX4" fmla="*/ 3893875 w 3916735"/>
              <a:gd name="connsiteY4" fmla="*/ 2352787 h 2638951"/>
              <a:gd name="connsiteX5" fmla="*/ 3592471 w 3916735"/>
              <a:gd name="connsiteY5" fmla="*/ 2638951 h 2638951"/>
              <a:gd name="connsiteX6" fmla="*/ 218287 w 3916735"/>
              <a:gd name="connsiteY6" fmla="*/ 2638951 h 2638951"/>
              <a:gd name="connsiteX7" fmla="*/ 703 w 3916735"/>
              <a:gd name="connsiteY7" fmla="*/ 2360407 h 2638951"/>
              <a:gd name="connsiteX8" fmla="*/ 703 w 3916735"/>
              <a:gd name="connsiteY8" fmla="*/ 263304 h 2638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16735" h="2638951">
                <a:moveTo>
                  <a:pt x="703" y="263304"/>
                </a:moveTo>
                <a:cubicBezTo>
                  <a:pt x="703" y="21092"/>
                  <a:pt x="14175" y="0"/>
                  <a:pt x="256387" y="0"/>
                </a:cubicBezTo>
                <a:lnTo>
                  <a:pt x="3661051" y="0"/>
                </a:lnTo>
                <a:cubicBezTo>
                  <a:pt x="3903263" y="0"/>
                  <a:pt x="3916735" y="-1768"/>
                  <a:pt x="3916735" y="240444"/>
                </a:cubicBezTo>
                <a:lnTo>
                  <a:pt x="3893875" y="2352787"/>
                </a:lnTo>
                <a:cubicBezTo>
                  <a:pt x="3893875" y="2594999"/>
                  <a:pt x="3834683" y="2638951"/>
                  <a:pt x="3592471" y="2638951"/>
                </a:cubicBezTo>
                <a:lnTo>
                  <a:pt x="218287" y="2638951"/>
                </a:lnTo>
                <a:cubicBezTo>
                  <a:pt x="-23925" y="2638951"/>
                  <a:pt x="703" y="2602619"/>
                  <a:pt x="703" y="2360407"/>
                </a:cubicBezTo>
                <a:lnTo>
                  <a:pt x="703" y="263304"/>
                </a:lnTo>
                <a:close/>
              </a:path>
            </a:pathLst>
          </a:custGeom>
          <a:noFill/>
          <a:ln w="19050">
            <a:solidFill>
              <a:srgbClr val="FD894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: 圆角 13">
            <a:extLst>
              <a:ext uri="{FF2B5EF4-FFF2-40B4-BE49-F238E27FC236}">
                <a16:creationId xmlns:a16="http://schemas.microsoft.com/office/drawing/2014/main" id="{B11983EE-386B-4BB4-9834-097D0B8A1A5E}"/>
              </a:ext>
            </a:extLst>
          </p:cNvPr>
          <p:cNvSpPr/>
          <p:nvPr/>
        </p:nvSpPr>
        <p:spPr>
          <a:xfrm>
            <a:off x="5457108" y="865078"/>
            <a:ext cx="1406379" cy="2019449"/>
          </a:xfrm>
          <a:custGeom>
            <a:avLst/>
            <a:gdLst>
              <a:gd name="connsiteX0" fmla="*/ 0 w 3900792"/>
              <a:gd name="connsiteY0" fmla="*/ 438564 h 2631331"/>
              <a:gd name="connsiteX1" fmla="*/ 438564 w 3900792"/>
              <a:gd name="connsiteY1" fmla="*/ 0 h 2631331"/>
              <a:gd name="connsiteX2" fmla="*/ 3462228 w 3900792"/>
              <a:gd name="connsiteY2" fmla="*/ 0 h 2631331"/>
              <a:gd name="connsiteX3" fmla="*/ 3900792 w 3900792"/>
              <a:gd name="connsiteY3" fmla="*/ 438564 h 2631331"/>
              <a:gd name="connsiteX4" fmla="*/ 3900792 w 3900792"/>
              <a:gd name="connsiteY4" fmla="*/ 2192767 h 2631331"/>
              <a:gd name="connsiteX5" fmla="*/ 3462228 w 3900792"/>
              <a:gd name="connsiteY5" fmla="*/ 2631331 h 2631331"/>
              <a:gd name="connsiteX6" fmla="*/ 438564 w 3900792"/>
              <a:gd name="connsiteY6" fmla="*/ 2631331 h 2631331"/>
              <a:gd name="connsiteX7" fmla="*/ 0 w 3900792"/>
              <a:gd name="connsiteY7" fmla="*/ 2192767 h 2631331"/>
              <a:gd name="connsiteX8" fmla="*/ 0 w 3900792"/>
              <a:gd name="connsiteY8" fmla="*/ 438564 h 2631331"/>
              <a:gd name="connsiteX0" fmla="*/ 0 w 3900792"/>
              <a:gd name="connsiteY0" fmla="*/ 438564 h 2631331"/>
              <a:gd name="connsiteX1" fmla="*/ 438564 w 3900792"/>
              <a:gd name="connsiteY1" fmla="*/ 0 h 2631331"/>
              <a:gd name="connsiteX2" fmla="*/ 3462228 w 3900792"/>
              <a:gd name="connsiteY2" fmla="*/ 0 h 2631331"/>
              <a:gd name="connsiteX3" fmla="*/ 3900792 w 3900792"/>
              <a:gd name="connsiteY3" fmla="*/ 438564 h 2631331"/>
              <a:gd name="connsiteX4" fmla="*/ 3900792 w 3900792"/>
              <a:gd name="connsiteY4" fmla="*/ 2192767 h 2631331"/>
              <a:gd name="connsiteX5" fmla="*/ 3462228 w 3900792"/>
              <a:gd name="connsiteY5" fmla="*/ 2631331 h 2631331"/>
              <a:gd name="connsiteX6" fmla="*/ 438564 w 3900792"/>
              <a:gd name="connsiteY6" fmla="*/ 2631331 h 2631331"/>
              <a:gd name="connsiteX7" fmla="*/ 0 w 3900792"/>
              <a:gd name="connsiteY7" fmla="*/ 2360407 h 2631331"/>
              <a:gd name="connsiteX8" fmla="*/ 0 w 3900792"/>
              <a:gd name="connsiteY8" fmla="*/ 438564 h 2631331"/>
              <a:gd name="connsiteX0" fmla="*/ 703 w 3901495"/>
              <a:gd name="connsiteY0" fmla="*/ 438564 h 2638951"/>
              <a:gd name="connsiteX1" fmla="*/ 439267 w 3901495"/>
              <a:gd name="connsiteY1" fmla="*/ 0 h 2638951"/>
              <a:gd name="connsiteX2" fmla="*/ 3462931 w 3901495"/>
              <a:gd name="connsiteY2" fmla="*/ 0 h 2638951"/>
              <a:gd name="connsiteX3" fmla="*/ 3901495 w 3901495"/>
              <a:gd name="connsiteY3" fmla="*/ 438564 h 2638951"/>
              <a:gd name="connsiteX4" fmla="*/ 3901495 w 3901495"/>
              <a:gd name="connsiteY4" fmla="*/ 2192767 h 2638951"/>
              <a:gd name="connsiteX5" fmla="*/ 3462931 w 3901495"/>
              <a:gd name="connsiteY5" fmla="*/ 2631331 h 2638951"/>
              <a:gd name="connsiteX6" fmla="*/ 218287 w 3901495"/>
              <a:gd name="connsiteY6" fmla="*/ 2638951 h 2638951"/>
              <a:gd name="connsiteX7" fmla="*/ 703 w 3901495"/>
              <a:gd name="connsiteY7" fmla="*/ 2360407 h 2638951"/>
              <a:gd name="connsiteX8" fmla="*/ 703 w 3901495"/>
              <a:gd name="connsiteY8" fmla="*/ 438564 h 2638951"/>
              <a:gd name="connsiteX0" fmla="*/ 703 w 3901495"/>
              <a:gd name="connsiteY0" fmla="*/ 263304 h 2638951"/>
              <a:gd name="connsiteX1" fmla="*/ 439267 w 3901495"/>
              <a:gd name="connsiteY1" fmla="*/ 0 h 2638951"/>
              <a:gd name="connsiteX2" fmla="*/ 3462931 w 3901495"/>
              <a:gd name="connsiteY2" fmla="*/ 0 h 2638951"/>
              <a:gd name="connsiteX3" fmla="*/ 3901495 w 3901495"/>
              <a:gd name="connsiteY3" fmla="*/ 438564 h 2638951"/>
              <a:gd name="connsiteX4" fmla="*/ 3901495 w 3901495"/>
              <a:gd name="connsiteY4" fmla="*/ 2192767 h 2638951"/>
              <a:gd name="connsiteX5" fmla="*/ 3462931 w 3901495"/>
              <a:gd name="connsiteY5" fmla="*/ 2631331 h 2638951"/>
              <a:gd name="connsiteX6" fmla="*/ 218287 w 3901495"/>
              <a:gd name="connsiteY6" fmla="*/ 2638951 h 2638951"/>
              <a:gd name="connsiteX7" fmla="*/ 703 w 3901495"/>
              <a:gd name="connsiteY7" fmla="*/ 2360407 h 2638951"/>
              <a:gd name="connsiteX8" fmla="*/ 703 w 3901495"/>
              <a:gd name="connsiteY8" fmla="*/ 263304 h 2638951"/>
              <a:gd name="connsiteX0" fmla="*/ 703 w 3901495"/>
              <a:gd name="connsiteY0" fmla="*/ 263304 h 2638951"/>
              <a:gd name="connsiteX1" fmla="*/ 256387 w 3901495"/>
              <a:gd name="connsiteY1" fmla="*/ 0 h 2638951"/>
              <a:gd name="connsiteX2" fmla="*/ 3462931 w 3901495"/>
              <a:gd name="connsiteY2" fmla="*/ 0 h 2638951"/>
              <a:gd name="connsiteX3" fmla="*/ 3901495 w 3901495"/>
              <a:gd name="connsiteY3" fmla="*/ 438564 h 2638951"/>
              <a:gd name="connsiteX4" fmla="*/ 3901495 w 3901495"/>
              <a:gd name="connsiteY4" fmla="*/ 2192767 h 2638951"/>
              <a:gd name="connsiteX5" fmla="*/ 3462931 w 3901495"/>
              <a:gd name="connsiteY5" fmla="*/ 2631331 h 2638951"/>
              <a:gd name="connsiteX6" fmla="*/ 218287 w 3901495"/>
              <a:gd name="connsiteY6" fmla="*/ 2638951 h 2638951"/>
              <a:gd name="connsiteX7" fmla="*/ 703 w 3901495"/>
              <a:gd name="connsiteY7" fmla="*/ 2360407 h 2638951"/>
              <a:gd name="connsiteX8" fmla="*/ 703 w 3901495"/>
              <a:gd name="connsiteY8" fmla="*/ 263304 h 2638951"/>
              <a:gd name="connsiteX0" fmla="*/ 703 w 3913454"/>
              <a:gd name="connsiteY0" fmla="*/ 263304 h 2638951"/>
              <a:gd name="connsiteX1" fmla="*/ 256387 w 3913454"/>
              <a:gd name="connsiteY1" fmla="*/ 0 h 2638951"/>
              <a:gd name="connsiteX2" fmla="*/ 3737251 w 3913454"/>
              <a:gd name="connsiteY2" fmla="*/ 0 h 2638951"/>
              <a:gd name="connsiteX3" fmla="*/ 3901495 w 3913454"/>
              <a:gd name="connsiteY3" fmla="*/ 438564 h 2638951"/>
              <a:gd name="connsiteX4" fmla="*/ 3901495 w 3913454"/>
              <a:gd name="connsiteY4" fmla="*/ 2192767 h 2638951"/>
              <a:gd name="connsiteX5" fmla="*/ 3462931 w 3913454"/>
              <a:gd name="connsiteY5" fmla="*/ 2631331 h 2638951"/>
              <a:gd name="connsiteX6" fmla="*/ 218287 w 3913454"/>
              <a:gd name="connsiteY6" fmla="*/ 2638951 h 2638951"/>
              <a:gd name="connsiteX7" fmla="*/ 703 w 3913454"/>
              <a:gd name="connsiteY7" fmla="*/ 2360407 h 2638951"/>
              <a:gd name="connsiteX8" fmla="*/ 703 w 3913454"/>
              <a:gd name="connsiteY8" fmla="*/ 263304 h 2638951"/>
              <a:gd name="connsiteX0" fmla="*/ 703 w 3924038"/>
              <a:gd name="connsiteY0" fmla="*/ 263304 h 2638951"/>
              <a:gd name="connsiteX1" fmla="*/ 256387 w 3924038"/>
              <a:gd name="connsiteY1" fmla="*/ 0 h 2638951"/>
              <a:gd name="connsiteX2" fmla="*/ 3737251 w 3924038"/>
              <a:gd name="connsiteY2" fmla="*/ 0 h 2638951"/>
              <a:gd name="connsiteX3" fmla="*/ 3916735 w 3924038"/>
              <a:gd name="connsiteY3" fmla="*/ 240444 h 2638951"/>
              <a:gd name="connsiteX4" fmla="*/ 3901495 w 3924038"/>
              <a:gd name="connsiteY4" fmla="*/ 2192767 h 2638951"/>
              <a:gd name="connsiteX5" fmla="*/ 3462931 w 3924038"/>
              <a:gd name="connsiteY5" fmla="*/ 2631331 h 2638951"/>
              <a:gd name="connsiteX6" fmla="*/ 218287 w 3924038"/>
              <a:gd name="connsiteY6" fmla="*/ 2638951 h 2638951"/>
              <a:gd name="connsiteX7" fmla="*/ 703 w 3924038"/>
              <a:gd name="connsiteY7" fmla="*/ 2360407 h 2638951"/>
              <a:gd name="connsiteX8" fmla="*/ 703 w 3924038"/>
              <a:gd name="connsiteY8" fmla="*/ 263304 h 2638951"/>
              <a:gd name="connsiteX0" fmla="*/ 703 w 3916735"/>
              <a:gd name="connsiteY0" fmla="*/ 263304 h 2638951"/>
              <a:gd name="connsiteX1" fmla="*/ 256387 w 3916735"/>
              <a:gd name="connsiteY1" fmla="*/ 0 h 2638951"/>
              <a:gd name="connsiteX2" fmla="*/ 3661051 w 3916735"/>
              <a:gd name="connsiteY2" fmla="*/ 0 h 2638951"/>
              <a:gd name="connsiteX3" fmla="*/ 3916735 w 3916735"/>
              <a:gd name="connsiteY3" fmla="*/ 240444 h 2638951"/>
              <a:gd name="connsiteX4" fmla="*/ 3901495 w 3916735"/>
              <a:gd name="connsiteY4" fmla="*/ 2192767 h 2638951"/>
              <a:gd name="connsiteX5" fmla="*/ 3462931 w 3916735"/>
              <a:gd name="connsiteY5" fmla="*/ 2631331 h 2638951"/>
              <a:gd name="connsiteX6" fmla="*/ 218287 w 3916735"/>
              <a:gd name="connsiteY6" fmla="*/ 2638951 h 2638951"/>
              <a:gd name="connsiteX7" fmla="*/ 703 w 3916735"/>
              <a:gd name="connsiteY7" fmla="*/ 2360407 h 2638951"/>
              <a:gd name="connsiteX8" fmla="*/ 703 w 3916735"/>
              <a:gd name="connsiteY8" fmla="*/ 263304 h 2638951"/>
              <a:gd name="connsiteX0" fmla="*/ 703 w 3916735"/>
              <a:gd name="connsiteY0" fmla="*/ 263304 h 2638951"/>
              <a:gd name="connsiteX1" fmla="*/ 256387 w 3916735"/>
              <a:gd name="connsiteY1" fmla="*/ 0 h 2638951"/>
              <a:gd name="connsiteX2" fmla="*/ 3661051 w 3916735"/>
              <a:gd name="connsiteY2" fmla="*/ 0 h 2638951"/>
              <a:gd name="connsiteX3" fmla="*/ 3916735 w 3916735"/>
              <a:gd name="connsiteY3" fmla="*/ 240444 h 2638951"/>
              <a:gd name="connsiteX4" fmla="*/ 3901495 w 3916735"/>
              <a:gd name="connsiteY4" fmla="*/ 2192767 h 2638951"/>
              <a:gd name="connsiteX5" fmla="*/ 3683911 w 3916735"/>
              <a:gd name="connsiteY5" fmla="*/ 2638951 h 2638951"/>
              <a:gd name="connsiteX6" fmla="*/ 218287 w 3916735"/>
              <a:gd name="connsiteY6" fmla="*/ 2638951 h 2638951"/>
              <a:gd name="connsiteX7" fmla="*/ 703 w 3916735"/>
              <a:gd name="connsiteY7" fmla="*/ 2360407 h 2638951"/>
              <a:gd name="connsiteX8" fmla="*/ 703 w 3916735"/>
              <a:gd name="connsiteY8" fmla="*/ 263304 h 2638951"/>
              <a:gd name="connsiteX0" fmla="*/ 703 w 3916735"/>
              <a:gd name="connsiteY0" fmla="*/ 263304 h 2641396"/>
              <a:gd name="connsiteX1" fmla="*/ 256387 w 3916735"/>
              <a:gd name="connsiteY1" fmla="*/ 0 h 2641396"/>
              <a:gd name="connsiteX2" fmla="*/ 3661051 w 3916735"/>
              <a:gd name="connsiteY2" fmla="*/ 0 h 2641396"/>
              <a:gd name="connsiteX3" fmla="*/ 3916735 w 3916735"/>
              <a:gd name="connsiteY3" fmla="*/ 240444 h 2641396"/>
              <a:gd name="connsiteX4" fmla="*/ 3893875 w 3916735"/>
              <a:gd name="connsiteY4" fmla="*/ 2436607 h 2641396"/>
              <a:gd name="connsiteX5" fmla="*/ 3683911 w 3916735"/>
              <a:gd name="connsiteY5" fmla="*/ 2638951 h 2641396"/>
              <a:gd name="connsiteX6" fmla="*/ 218287 w 3916735"/>
              <a:gd name="connsiteY6" fmla="*/ 2638951 h 2641396"/>
              <a:gd name="connsiteX7" fmla="*/ 703 w 3916735"/>
              <a:gd name="connsiteY7" fmla="*/ 2360407 h 2641396"/>
              <a:gd name="connsiteX8" fmla="*/ 703 w 3916735"/>
              <a:gd name="connsiteY8" fmla="*/ 263304 h 2641396"/>
              <a:gd name="connsiteX0" fmla="*/ 703 w 3916735"/>
              <a:gd name="connsiteY0" fmla="*/ 263304 h 2641396"/>
              <a:gd name="connsiteX1" fmla="*/ 256387 w 3916735"/>
              <a:gd name="connsiteY1" fmla="*/ 0 h 2641396"/>
              <a:gd name="connsiteX2" fmla="*/ 3661051 w 3916735"/>
              <a:gd name="connsiteY2" fmla="*/ 0 h 2641396"/>
              <a:gd name="connsiteX3" fmla="*/ 3916735 w 3916735"/>
              <a:gd name="connsiteY3" fmla="*/ 240444 h 2641396"/>
              <a:gd name="connsiteX4" fmla="*/ 3893875 w 3916735"/>
              <a:gd name="connsiteY4" fmla="*/ 2436607 h 2641396"/>
              <a:gd name="connsiteX5" fmla="*/ 3592471 w 3916735"/>
              <a:gd name="connsiteY5" fmla="*/ 2638951 h 2641396"/>
              <a:gd name="connsiteX6" fmla="*/ 218287 w 3916735"/>
              <a:gd name="connsiteY6" fmla="*/ 2638951 h 2641396"/>
              <a:gd name="connsiteX7" fmla="*/ 703 w 3916735"/>
              <a:gd name="connsiteY7" fmla="*/ 2360407 h 2641396"/>
              <a:gd name="connsiteX8" fmla="*/ 703 w 3916735"/>
              <a:gd name="connsiteY8" fmla="*/ 263304 h 2641396"/>
              <a:gd name="connsiteX0" fmla="*/ 703 w 3916735"/>
              <a:gd name="connsiteY0" fmla="*/ 263304 h 2638951"/>
              <a:gd name="connsiteX1" fmla="*/ 256387 w 3916735"/>
              <a:gd name="connsiteY1" fmla="*/ 0 h 2638951"/>
              <a:gd name="connsiteX2" fmla="*/ 3661051 w 3916735"/>
              <a:gd name="connsiteY2" fmla="*/ 0 h 2638951"/>
              <a:gd name="connsiteX3" fmla="*/ 3916735 w 3916735"/>
              <a:gd name="connsiteY3" fmla="*/ 240444 h 2638951"/>
              <a:gd name="connsiteX4" fmla="*/ 3893875 w 3916735"/>
              <a:gd name="connsiteY4" fmla="*/ 2352787 h 2638951"/>
              <a:gd name="connsiteX5" fmla="*/ 3592471 w 3916735"/>
              <a:gd name="connsiteY5" fmla="*/ 2638951 h 2638951"/>
              <a:gd name="connsiteX6" fmla="*/ 218287 w 3916735"/>
              <a:gd name="connsiteY6" fmla="*/ 2638951 h 2638951"/>
              <a:gd name="connsiteX7" fmla="*/ 703 w 3916735"/>
              <a:gd name="connsiteY7" fmla="*/ 2360407 h 2638951"/>
              <a:gd name="connsiteX8" fmla="*/ 703 w 3916735"/>
              <a:gd name="connsiteY8" fmla="*/ 263304 h 2638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16735" h="2638951">
                <a:moveTo>
                  <a:pt x="703" y="263304"/>
                </a:moveTo>
                <a:cubicBezTo>
                  <a:pt x="703" y="21092"/>
                  <a:pt x="14175" y="0"/>
                  <a:pt x="256387" y="0"/>
                </a:cubicBezTo>
                <a:lnTo>
                  <a:pt x="3661051" y="0"/>
                </a:lnTo>
                <a:cubicBezTo>
                  <a:pt x="3903263" y="0"/>
                  <a:pt x="3916735" y="-1768"/>
                  <a:pt x="3916735" y="240444"/>
                </a:cubicBezTo>
                <a:lnTo>
                  <a:pt x="3893875" y="2352787"/>
                </a:lnTo>
                <a:cubicBezTo>
                  <a:pt x="3893875" y="2594999"/>
                  <a:pt x="3834683" y="2638951"/>
                  <a:pt x="3592471" y="2638951"/>
                </a:cubicBezTo>
                <a:lnTo>
                  <a:pt x="218287" y="2638951"/>
                </a:lnTo>
                <a:cubicBezTo>
                  <a:pt x="-23925" y="2638951"/>
                  <a:pt x="703" y="2602619"/>
                  <a:pt x="703" y="2360407"/>
                </a:cubicBezTo>
                <a:lnTo>
                  <a:pt x="703" y="263304"/>
                </a:lnTo>
                <a:close/>
              </a:path>
            </a:pathLst>
          </a:custGeom>
          <a:noFill/>
          <a:ln w="12700">
            <a:solidFill>
              <a:srgbClr val="FD894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C2DDC336-2387-4AF2-8867-604CE732729F}"/>
              </a:ext>
            </a:extLst>
          </p:cNvPr>
          <p:cNvSpPr/>
          <p:nvPr/>
        </p:nvSpPr>
        <p:spPr>
          <a:xfrm>
            <a:off x="5549522" y="974367"/>
            <a:ext cx="1205863" cy="571651"/>
          </a:xfrm>
          <a:custGeom>
            <a:avLst/>
            <a:gdLst>
              <a:gd name="connsiteX0" fmla="*/ 0 w 2137789"/>
              <a:gd name="connsiteY0" fmla="*/ 143375 h 1425219"/>
              <a:gd name="connsiteX1" fmla="*/ 143375 w 2137789"/>
              <a:gd name="connsiteY1" fmla="*/ 0 h 1425219"/>
              <a:gd name="connsiteX2" fmla="*/ 1994414 w 2137789"/>
              <a:gd name="connsiteY2" fmla="*/ 0 h 1425219"/>
              <a:gd name="connsiteX3" fmla="*/ 2137789 w 2137789"/>
              <a:gd name="connsiteY3" fmla="*/ 143375 h 1425219"/>
              <a:gd name="connsiteX4" fmla="*/ 2137789 w 2137789"/>
              <a:gd name="connsiteY4" fmla="*/ 1281844 h 1425219"/>
              <a:gd name="connsiteX5" fmla="*/ 1994414 w 2137789"/>
              <a:gd name="connsiteY5" fmla="*/ 1425219 h 1425219"/>
              <a:gd name="connsiteX6" fmla="*/ 143375 w 2137789"/>
              <a:gd name="connsiteY6" fmla="*/ 1425219 h 1425219"/>
              <a:gd name="connsiteX7" fmla="*/ 0 w 2137789"/>
              <a:gd name="connsiteY7" fmla="*/ 1281844 h 1425219"/>
              <a:gd name="connsiteX8" fmla="*/ 0 w 2137789"/>
              <a:gd name="connsiteY8" fmla="*/ 143375 h 1425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7789" h="1425219">
                <a:moveTo>
                  <a:pt x="0" y="143375"/>
                </a:moveTo>
                <a:cubicBezTo>
                  <a:pt x="0" y="64210"/>
                  <a:pt x="64210" y="0"/>
                  <a:pt x="143375" y="0"/>
                </a:cubicBezTo>
                <a:lnTo>
                  <a:pt x="1994414" y="0"/>
                </a:lnTo>
                <a:cubicBezTo>
                  <a:pt x="2073580" y="0"/>
                  <a:pt x="2137789" y="64210"/>
                  <a:pt x="2137789" y="143375"/>
                </a:cubicBezTo>
                <a:lnTo>
                  <a:pt x="2137789" y="1281844"/>
                </a:lnTo>
                <a:cubicBezTo>
                  <a:pt x="2137789" y="1361009"/>
                  <a:pt x="2073580" y="1425219"/>
                  <a:pt x="1994414" y="1425219"/>
                </a:cubicBezTo>
                <a:lnTo>
                  <a:pt x="143375" y="1425219"/>
                </a:lnTo>
                <a:cubicBezTo>
                  <a:pt x="64210" y="1425219"/>
                  <a:pt x="0" y="1361009"/>
                  <a:pt x="0" y="1281844"/>
                </a:cubicBezTo>
                <a:lnTo>
                  <a:pt x="0" y="143375"/>
                </a:lnTo>
                <a:close/>
              </a:path>
            </a:pathLst>
          </a:custGeom>
          <a:solidFill>
            <a:srgbClr val="F7F8FC"/>
          </a:solidFill>
          <a:ln w="10414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8" name="Rectangle 1">
            <a:extLst>
              <a:ext uri="{FF2B5EF4-FFF2-40B4-BE49-F238E27FC236}">
                <a16:creationId xmlns:a16="http://schemas.microsoft.com/office/drawing/2014/main" id="{D29A085E-9D6E-4891-9A30-EF0C27A8F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1092" y="2147663"/>
            <a:ext cx="129772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zh-CN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Claim </a:t>
            </a:r>
            <a:r>
              <a:rPr lang="en-US" altLang="zh-CN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CN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claim</a:t>
            </a:r>
            <a:br>
              <a:rPr lang="zh-CN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exact number ‘18,000 families’ is visually supported. 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E449CEE2-FBA9-4A8B-8BEF-D9CE3AD39774}"/>
              </a:ext>
            </a:extLst>
          </p:cNvPr>
          <p:cNvSpPr txBox="1"/>
          <p:nvPr/>
        </p:nvSpPr>
        <p:spPr>
          <a:xfrm>
            <a:off x="5542694" y="967804"/>
            <a:ext cx="12615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zh-CN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Claim </a:t>
            </a:r>
            <a:r>
              <a:rPr lang="en-US" altLang="zh-CN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CN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union-related evidence</a:t>
            </a:r>
            <a:br>
              <a:rPr lang="zh-CN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Union-related signs or logos are visible.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3" name="任意多边形: 形状 62">
            <a:extLst>
              <a:ext uri="{FF2B5EF4-FFF2-40B4-BE49-F238E27FC236}">
                <a16:creationId xmlns:a16="http://schemas.microsoft.com/office/drawing/2014/main" id="{7BB2B500-3048-458D-A60D-44DEE12A0D1A}"/>
              </a:ext>
            </a:extLst>
          </p:cNvPr>
          <p:cNvSpPr/>
          <p:nvPr/>
        </p:nvSpPr>
        <p:spPr>
          <a:xfrm>
            <a:off x="5549520" y="1568313"/>
            <a:ext cx="1205863" cy="571651"/>
          </a:xfrm>
          <a:custGeom>
            <a:avLst/>
            <a:gdLst>
              <a:gd name="connsiteX0" fmla="*/ 0 w 2137789"/>
              <a:gd name="connsiteY0" fmla="*/ 143375 h 1425219"/>
              <a:gd name="connsiteX1" fmla="*/ 143375 w 2137789"/>
              <a:gd name="connsiteY1" fmla="*/ 0 h 1425219"/>
              <a:gd name="connsiteX2" fmla="*/ 1994414 w 2137789"/>
              <a:gd name="connsiteY2" fmla="*/ 0 h 1425219"/>
              <a:gd name="connsiteX3" fmla="*/ 2137789 w 2137789"/>
              <a:gd name="connsiteY3" fmla="*/ 143375 h 1425219"/>
              <a:gd name="connsiteX4" fmla="*/ 2137789 w 2137789"/>
              <a:gd name="connsiteY4" fmla="*/ 1281844 h 1425219"/>
              <a:gd name="connsiteX5" fmla="*/ 1994414 w 2137789"/>
              <a:gd name="connsiteY5" fmla="*/ 1425219 h 1425219"/>
              <a:gd name="connsiteX6" fmla="*/ 143375 w 2137789"/>
              <a:gd name="connsiteY6" fmla="*/ 1425219 h 1425219"/>
              <a:gd name="connsiteX7" fmla="*/ 0 w 2137789"/>
              <a:gd name="connsiteY7" fmla="*/ 1281844 h 1425219"/>
              <a:gd name="connsiteX8" fmla="*/ 0 w 2137789"/>
              <a:gd name="connsiteY8" fmla="*/ 143375 h 1425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7789" h="1425219">
                <a:moveTo>
                  <a:pt x="0" y="143375"/>
                </a:moveTo>
                <a:cubicBezTo>
                  <a:pt x="0" y="64210"/>
                  <a:pt x="64210" y="0"/>
                  <a:pt x="143375" y="0"/>
                </a:cubicBezTo>
                <a:lnTo>
                  <a:pt x="1994414" y="0"/>
                </a:lnTo>
                <a:cubicBezTo>
                  <a:pt x="2073580" y="0"/>
                  <a:pt x="2137789" y="64210"/>
                  <a:pt x="2137789" y="143375"/>
                </a:cubicBezTo>
                <a:lnTo>
                  <a:pt x="2137789" y="1281844"/>
                </a:lnTo>
                <a:cubicBezTo>
                  <a:pt x="2137789" y="1361009"/>
                  <a:pt x="2073580" y="1425219"/>
                  <a:pt x="1994414" y="1425219"/>
                </a:cubicBezTo>
                <a:lnTo>
                  <a:pt x="143375" y="1425219"/>
                </a:lnTo>
                <a:cubicBezTo>
                  <a:pt x="64210" y="1425219"/>
                  <a:pt x="0" y="1361009"/>
                  <a:pt x="0" y="1281844"/>
                </a:cubicBezTo>
                <a:lnTo>
                  <a:pt x="0" y="143375"/>
                </a:lnTo>
                <a:close/>
              </a:path>
            </a:pathLst>
          </a:custGeom>
          <a:solidFill>
            <a:srgbClr val="F7F8FC"/>
          </a:solidFill>
          <a:ln w="10414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FA509E89-BF26-4753-8A95-9203C7B4E30E}"/>
              </a:ext>
            </a:extLst>
          </p:cNvPr>
          <p:cNvSpPr txBox="1"/>
          <p:nvPr/>
        </p:nvSpPr>
        <p:spPr>
          <a:xfrm>
            <a:off x="5542694" y="1570488"/>
            <a:ext cx="12126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zh-CN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Claim </a:t>
            </a:r>
            <a:r>
              <a:rPr lang="en-US" altLang="zh-CN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CN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family-related evidence</a:t>
            </a:r>
            <a:br>
              <a:rPr lang="zh-CN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related to families is visible.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16178EEC-018B-48C8-A98D-BB77AE3CDFE0}"/>
              </a:ext>
            </a:extLst>
          </p:cNvPr>
          <p:cNvSpPr txBox="1"/>
          <p:nvPr/>
        </p:nvSpPr>
        <p:spPr>
          <a:xfrm>
            <a:off x="7440436" y="307264"/>
            <a:ext cx="27698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rgbClr val="FD894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Evidence Calibration</a:t>
            </a:r>
            <a:endParaRPr lang="zh-CN" altLang="en-US" sz="1600" b="1" dirty="0">
              <a:solidFill>
                <a:srgbClr val="FD894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372FDB4A-CD33-4A95-B052-5D98B2E0ED55}"/>
              </a:ext>
            </a:extLst>
          </p:cNvPr>
          <p:cNvSpPr txBox="1"/>
          <p:nvPr/>
        </p:nvSpPr>
        <p:spPr>
          <a:xfrm>
            <a:off x="3961340" y="367467"/>
            <a:ext cx="10300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1147B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Candidate Responses</a:t>
            </a:r>
            <a:endParaRPr lang="zh-CN" altLang="en-US" sz="1400" dirty="0">
              <a:solidFill>
                <a:srgbClr val="1147B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任意多边形: 形状 68">
            <a:extLst>
              <a:ext uri="{FF2B5EF4-FFF2-40B4-BE49-F238E27FC236}">
                <a16:creationId xmlns:a16="http://schemas.microsoft.com/office/drawing/2014/main" id="{67A66985-0214-44AC-A12E-E7EA138C0969}"/>
              </a:ext>
            </a:extLst>
          </p:cNvPr>
          <p:cNvSpPr/>
          <p:nvPr/>
        </p:nvSpPr>
        <p:spPr>
          <a:xfrm>
            <a:off x="7264010" y="1130878"/>
            <a:ext cx="1539089" cy="1695206"/>
          </a:xfrm>
          <a:custGeom>
            <a:avLst/>
            <a:gdLst>
              <a:gd name="connsiteX0" fmla="*/ 0 w 2137789"/>
              <a:gd name="connsiteY0" fmla="*/ 143375 h 1425219"/>
              <a:gd name="connsiteX1" fmla="*/ 143375 w 2137789"/>
              <a:gd name="connsiteY1" fmla="*/ 0 h 1425219"/>
              <a:gd name="connsiteX2" fmla="*/ 1994414 w 2137789"/>
              <a:gd name="connsiteY2" fmla="*/ 0 h 1425219"/>
              <a:gd name="connsiteX3" fmla="*/ 2137789 w 2137789"/>
              <a:gd name="connsiteY3" fmla="*/ 143375 h 1425219"/>
              <a:gd name="connsiteX4" fmla="*/ 2137789 w 2137789"/>
              <a:gd name="connsiteY4" fmla="*/ 1281844 h 1425219"/>
              <a:gd name="connsiteX5" fmla="*/ 1994414 w 2137789"/>
              <a:gd name="connsiteY5" fmla="*/ 1425219 h 1425219"/>
              <a:gd name="connsiteX6" fmla="*/ 143375 w 2137789"/>
              <a:gd name="connsiteY6" fmla="*/ 1425219 h 1425219"/>
              <a:gd name="connsiteX7" fmla="*/ 0 w 2137789"/>
              <a:gd name="connsiteY7" fmla="*/ 1281844 h 1425219"/>
              <a:gd name="connsiteX8" fmla="*/ 0 w 2137789"/>
              <a:gd name="connsiteY8" fmla="*/ 143375 h 1425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7789" h="1425219">
                <a:moveTo>
                  <a:pt x="0" y="143375"/>
                </a:moveTo>
                <a:cubicBezTo>
                  <a:pt x="0" y="64210"/>
                  <a:pt x="64210" y="0"/>
                  <a:pt x="143375" y="0"/>
                </a:cubicBezTo>
                <a:lnTo>
                  <a:pt x="1994414" y="0"/>
                </a:lnTo>
                <a:cubicBezTo>
                  <a:pt x="2073580" y="0"/>
                  <a:pt x="2137789" y="64210"/>
                  <a:pt x="2137789" y="143375"/>
                </a:cubicBezTo>
                <a:lnTo>
                  <a:pt x="2137789" y="1281844"/>
                </a:lnTo>
                <a:cubicBezTo>
                  <a:pt x="2137789" y="1361009"/>
                  <a:pt x="2073580" y="1425219"/>
                  <a:pt x="1994414" y="1425219"/>
                </a:cubicBezTo>
                <a:lnTo>
                  <a:pt x="143375" y="1425219"/>
                </a:lnTo>
                <a:cubicBezTo>
                  <a:pt x="64210" y="1425219"/>
                  <a:pt x="0" y="1361009"/>
                  <a:pt x="0" y="1281844"/>
                </a:cubicBezTo>
                <a:lnTo>
                  <a:pt x="0" y="143375"/>
                </a:lnTo>
                <a:close/>
              </a:path>
            </a:pathLst>
          </a:custGeom>
          <a:solidFill>
            <a:srgbClr val="F7F8FC"/>
          </a:solidFill>
          <a:ln w="10414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B4B74629-4A60-4CEF-96A4-D321FCE52821}"/>
                  </a:ext>
                </a:extLst>
              </p:cNvPr>
              <p:cNvSpPr txBox="1"/>
              <p:nvPr/>
            </p:nvSpPr>
            <p:spPr>
              <a:xfrm>
                <a:off x="7202475" y="618857"/>
                <a:ext cx="166215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Evidence checking against image </a:t>
                </a:r>
                <a14:m>
                  <m:oMath xmlns:m="http://schemas.openxmlformats.org/officeDocument/2006/math">
                    <m:r>
                      <a:rPr lang="en-US" altLang="zh-CN" sz="1400" b="0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B4B74629-4A60-4CEF-96A4-D321FCE528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2475" y="618857"/>
                <a:ext cx="1662158" cy="523220"/>
              </a:xfrm>
              <a:prstGeom prst="rect">
                <a:avLst/>
              </a:prstGeom>
              <a:blipFill>
                <a:blip r:embed="rId5"/>
                <a:stretch>
                  <a:fillRect t="-2353" r="-1103" b="-117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2" name="图片 71">
            <a:extLst>
              <a:ext uri="{FF2B5EF4-FFF2-40B4-BE49-F238E27FC236}">
                <a16:creationId xmlns:a16="http://schemas.microsoft.com/office/drawing/2014/main" id="{DE33DFD7-E498-47CA-A772-FDAB585A4F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3483" y="1222176"/>
            <a:ext cx="1260142" cy="1043555"/>
          </a:xfrm>
          <a:prstGeom prst="rect">
            <a:avLst/>
          </a:prstGeom>
        </p:spPr>
      </p:pic>
      <p:sp>
        <p:nvSpPr>
          <p:cNvPr id="74" name="任意多边形: 形状 73">
            <a:extLst>
              <a:ext uri="{FF2B5EF4-FFF2-40B4-BE49-F238E27FC236}">
                <a16:creationId xmlns:a16="http://schemas.microsoft.com/office/drawing/2014/main" id="{C95265A0-371B-4336-9593-52614482E7ED}"/>
              </a:ext>
            </a:extLst>
          </p:cNvPr>
          <p:cNvSpPr/>
          <p:nvPr/>
        </p:nvSpPr>
        <p:spPr>
          <a:xfrm>
            <a:off x="7559395" y="2637093"/>
            <a:ext cx="144419" cy="144620"/>
          </a:xfrm>
          <a:custGeom>
            <a:avLst/>
            <a:gdLst>
              <a:gd name="connsiteX0" fmla="*/ 5067 w 144419"/>
              <a:gd name="connsiteY0" fmla="*/ 89727 h 144620"/>
              <a:gd name="connsiteX1" fmla="*/ 41400 w 144419"/>
              <a:gd name="connsiteY1" fmla="*/ 97871 h 144620"/>
              <a:gd name="connsiteX2" fmla="*/ 40460 w 144419"/>
              <a:gd name="connsiteY2" fmla="*/ 108912 h 144620"/>
              <a:gd name="connsiteX3" fmla="*/ 56121 w 144419"/>
              <a:gd name="connsiteY3" fmla="*/ 144305 h 144620"/>
              <a:gd name="connsiteX4" fmla="*/ 67162 w 144419"/>
              <a:gd name="connsiteY4" fmla="*/ 143366 h 144620"/>
              <a:gd name="connsiteX5" fmla="*/ 78203 w 144419"/>
              <a:gd name="connsiteY5" fmla="*/ 124338 h 144620"/>
              <a:gd name="connsiteX6" fmla="*/ 78673 w 144419"/>
              <a:gd name="connsiteY6" fmla="*/ 108207 h 144620"/>
              <a:gd name="connsiteX7" fmla="*/ 89479 w 144419"/>
              <a:gd name="connsiteY7" fmla="*/ 94974 h 144620"/>
              <a:gd name="connsiteX8" fmla="*/ 110151 w 144419"/>
              <a:gd name="connsiteY8" fmla="*/ 88240 h 144620"/>
              <a:gd name="connsiteX9" fmla="*/ 143352 w 144419"/>
              <a:gd name="connsiteY9" fmla="*/ 82445 h 144620"/>
              <a:gd name="connsiteX10" fmla="*/ 144057 w 144419"/>
              <a:gd name="connsiteY10" fmla="*/ 63887 h 144620"/>
              <a:gd name="connsiteX11" fmla="*/ 144057 w 144419"/>
              <a:gd name="connsiteY11" fmla="*/ 20741 h 144620"/>
              <a:gd name="connsiteX12" fmla="*/ 139985 w 144419"/>
              <a:gd name="connsiteY12" fmla="*/ 2183 h 144620"/>
              <a:gd name="connsiteX13" fmla="*/ 106236 w 144419"/>
              <a:gd name="connsiteY13" fmla="*/ 460 h 144620"/>
              <a:gd name="connsiteX14" fmla="*/ 106236 w 144419"/>
              <a:gd name="connsiteY14" fmla="*/ 80644 h 144620"/>
              <a:gd name="connsiteX15" fmla="*/ 70608 w 144419"/>
              <a:gd name="connsiteY15" fmla="*/ 105936 h 144620"/>
              <a:gd name="connsiteX16" fmla="*/ 64108 w 144419"/>
              <a:gd name="connsiteY16" fmla="*/ 135535 h 144620"/>
              <a:gd name="connsiteX17" fmla="*/ 48917 w 144419"/>
              <a:gd name="connsiteY17" fmla="*/ 103979 h 144620"/>
              <a:gd name="connsiteX18" fmla="*/ 50405 w 144419"/>
              <a:gd name="connsiteY18" fmla="*/ 89571 h 144620"/>
              <a:gd name="connsiteX19" fmla="*/ 50405 w 144419"/>
              <a:gd name="connsiteY19" fmla="*/ 88866 h 144620"/>
              <a:gd name="connsiteX20" fmla="*/ 11174 w 144419"/>
              <a:gd name="connsiteY20" fmla="*/ 84324 h 144620"/>
              <a:gd name="connsiteX21" fmla="*/ 9452 w 144419"/>
              <a:gd name="connsiteY21" fmla="*/ 63574 h 144620"/>
              <a:gd name="connsiteX22" fmla="*/ 34744 w 144419"/>
              <a:gd name="connsiteY22" fmla="*/ 12049 h 144620"/>
              <a:gd name="connsiteX23" fmla="*/ 51345 w 144419"/>
              <a:gd name="connsiteY23" fmla="*/ 9387 h 144620"/>
              <a:gd name="connsiteX24" fmla="*/ 93707 w 144419"/>
              <a:gd name="connsiteY24" fmla="*/ 8682 h 144620"/>
              <a:gd name="connsiteX25" fmla="*/ 93707 w 144419"/>
              <a:gd name="connsiteY25" fmla="*/ 460 h 144620"/>
              <a:gd name="connsiteX26" fmla="*/ 36388 w 144419"/>
              <a:gd name="connsiteY26" fmla="*/ 1165 h 144620"/>
              <a:gd name="connsiteX27" fmla="*/ 25348 w 144419"/>
              <a:gd name="connsiteY27" fmla="*/ 9857 h 144620"/>
              <a:gd name="connsiteX28" fmla="*/ 16656 w 144419"/>
              <a:gd name="connsiteY28" fmla="*/ 25752 h 144620"/>
              <a:gd name="connsiteX29" fmla="*/ 1465 w 144419"/>
              <a:gd name="connsiteY29" fmla="*/ 61616 h 144620"/>
              <a:gd name="connsiteX30" fmla="*/ 4832 w 144419"/>
              <a:gd name="connsiteY30" fmla="*/ 89571 h 144620"/>
              <a:gd name="connsiteX31" fmla="*/ 114615 w 144419"/>
              <a:gd name="connsiteY31" fmla="*/ 8839 h 144620"/>
              <a:gd name="connsiteX32" fmla="*/ 135052 w 144419"/>
              <a:gd name="connsiteY32" fmla="*/ 8839 h 144620"/>
              <a:gd name="connsiteX33" fmla="*/ 135992 w 144419"/>
              <a:gd name="connsiteY33" fmla="*/ 28102 h 144620"/>
              <a:gd name="connsiteX34" fmla="*/ 135757 w 144419"/>
              <a:gd name="connsiteY34" fmla="*/ 79391 h 144620"/>
              <a:gd name="connsiteX35" fmla="*/ 114536 w 144419"/>
              <a:gd name="connsiteY35" fmla="*/ 80096 h 144620"/>
              <a:gd name="connsiteX36" fmla="*/ 114536 w 144419"/>
              <a:gd name="connsiteY36" fmla="*/ 8839 h 144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44419" h="144620">
                <a:moveTo>
                  <a:pt x="5067" y="89727"/>
                </a:moveTo>
                <a:cubicBezTo>
                  <a:pt x="12114" y="98889"/>
                  <a:pt x="25896" y="98262"/>
                  <a:pt x="41400" y="97871"/>
                </a:cubicBezTo>
                <a:cubicBezTo>
                  <a:pt x="41087" y="101551"/>
                  <a:pt x="40774" y="105232"/>
                  <a:pt x="40460" y="108912"/>
                </a:cubicBezTo>
                <a:cubicBezTo>
                  <a:pt x="37563" y="127000"/>
                  <a:pt x="41400" y="141643"/>
                  <a:pt x="56121" y="144305"/>
                </a:cubicBezTo>
                <a:cubicBezTo>
                  <a:pt x="59801" y="145010"/>
                  <a:pt x="64421" y="144462"/>
                  <a:pt x="67162" y="143366"/>
                </a:cubicBezTo>
                <a:cubicBezTo>
                  <a:pt x="74444" y="140390"/>
                  <a:pt x="76794" y="133265"/>
                  <a:pt x="78203" y="124338"/>
                </a:cubicBezTo>
                <a:cubicBezTo>
                  <a:pt x="79064" y="119013"/>
                  <a:pt x="77498" y="112905"/>
                  <a:pt x="78673" y="108207"/>
                </a:cubicBezTo>
                <a:cubicBezTo>
                  <a:pt x="80161" y="102256"/>
                  <a:pt x="84780" y="97793"/>
                  <a:pt x="89479" y="94974"/>
                </a:cubicBezTo>
                <a:cubicBezTo>
                  <a:pt x="95195" y="91607"/>
                  <a:pt x="102556" y="89492"/>
                  <a:pt x="110151" y="88240"/>
                </a:cubicBezTo>
                <a:cubicBezTo>
                  <a:pt x="122367" y="86204"/>
                  <a:pt x="139202" y="92390"/>
                  <a:pt x="143352" y="82445"/>
                </a:cubicBezTo>
                <a:cubicBezTo>
                  <a:pt x="145232" y="78060"/>
                  <a:pt x="144057" y="69525"/>
                  <a:pt x="144057" y="63887"/>
                </a:cubicBezTo>
                <a:lnTo>
                  <a:pt x="144057" y="20741"/>
                </a:lnTo>
                <a:cubicBezTo>
                  <a:pt x="144057" y="12519"/>
                  <a:pt x="144684" y="5628"/>
                  <a:pt x="139985" y="2183"/>
                </a:cubicBezTo>
                <a:cubicBezTo>
                  <a:pt x="135287" y="-1263"/>
                  <a:pt x="114536" y="382"/>
                  <a:pt x="106236" y="460"/>
                </a:cubicBezTo>
                <a:lnTo>
                  <a:pt x="106236" y="80644"/>
                </a:lnTo>
                <a:cubicBezTo>
                  <a:pt x="90497" y="81505"/>
                  <a:pt x="74209" y="92703"/>
                  <a:pt x="70608" y="105936"/>
                </a:cubicBezTo>
                <a:cubicBezTo>
                  <a:pt x="67867" y="115959"/>
                  <a:pt x="72800" y="131620"/>
                  <a:pt x="64108" y="135535"/>
                </a:cubicBezTo>
                <a:cubicBezTo>
                  <a:pt x="45785" y="143757"/>
                  <a:pt x="46960" y="116507"/>
                  <a:pt x="48917" y="103979"/>
                </a:cubicBezTo>
                <a:cubicBezTo>
                  <a:pt x="49387" y="99202"/>
                  <a:pt x="49857" y="94347"/>
                  <a:pt x="50405" y="89571"/>
                </a:cubicBezTo>
                <a:lnTo>
                  <a:pt x="50405" y="88866"/>
                </a:lnTo>
                <a:cubicBezTo>
                  <a:pt x="37485" y="89336"/>
                  <a:pt x="17595" y="92859"/>
                  <a:pt x="11174" y="84324"/>
                </a:cubicBezTo>
                <a:cubicBezTo>
                  <a:pt x="7651" y="79626"/>
                  <a:pt x="7494" y="70308"/>
                  <a:pt x="9452" y="63574"/>
                </a:cubicBezTo>
                <a:cubicBezTo>
                  <a:pt x="13210" y="50810"/>
                  <a:pt x="26209" y="18783"/>
                  <a:pt x="34744" y="12049"/>
                </a:cubicBezTo>
                <a:cubicBezTo>
                  <a:pt x="39834" y="8056"/>
                  <a:pt x="43593" y="10640"/>
                  <a:pt x="51345" y="9387"/>
                </a:cubicBezTo>
                <a:cubicBezTo>
                  <a:pt x="65439" y="9152"/>
                  <a:pt x="79612" y="8917"/>
                  <a:pt x="93707" y="8682"/>
                </a:cubicBezTo>
                <a:lnTo>
                  <a:pt x="93707" y="460"/>
                </a:lnTo>
                <a:cubicBezTo>
                  <a:pt x="74601" y="695"/>
                  <a:pt x="55495" y="930"/>
                  <a:pt x="36388" y="1165"/>
                </a:cubicBezTo>
                <a:cubicBezTo>
                  <a:pt x="32552" y="2261"/>
                  <a:pt x="27618" y="6881"/>
                  <a:pt x="25348" y="9857"/>
                </a:cubicBezTo>
                <a:cubicBezTo>
                  <a:pt x="21667" y="14555"/>
                  <a:pt x="19788" y="20428"/>
                  <a:pt x="16656" y="25752"/>
                </a:cubicBezTo>
                <a:cubicBezTo>
                  <a:pt x="10470" y="36324"/>
                  <a:pt x="4988" y="48852"/>
                  <a:pt x="1465" y="61616"/>
                </a:cubicBezTo>
                <a:cubicBezTo>
                  <a:pt x="-1276" y="71482"/>
                  <a:pt x="-180" y="83071"/>
                  <a:pt x="4832" y="89571"/>
                </a:cubicBezTo>
                <a:close/>
                <a:moveTo>
                  <a:pt x="114615" y="8839"/>
                </a:moveTo>
                <a:lnTo>
                  <a:pt x="135052" y="8839"/>
                </a:lnTo>
                <a:cubicBezTo>
                  <a:pt x="137401" y="12597"/>
                  <a:pt x="135992" y="22542"/>
                  <a:pt x="135992" y="28102"/>
                </a:cubicBezTo>
                <a:cubicBezTo>
                  <a:pt x="135913" y="45172"/>
                  <a:pt x="135835" y="62321"/>
                  <a:pt x="135757" y="79391"/>
                </a:cubicBezTo>
                <a:cubicBezTo>
                  <a:pt x="132546" y="81270"/>
                  <a:pt x="119548" y="80174"/>
                  <a:pt x="114536" y="80096"/>
                </a:cubicBezTo>
                <a:lnTo>
                  <a:pt x="114536" y="8839"/>
                </a:lnTo>
                <a:close/>
              </a:path>
            </a:pathLst>
          </a:custGeom>
          <a:solidFill>
            <a:srgbClr val="D81E06"/>
          </a:solidFill>
          <a:ln w="783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5" name="任意多边形: 形状 74">
            <a:extLst>
              <a:ext uri="{FF2B5EF4-FFF2-40B4-BE49-F238E27FC236}">
                <a16:creationId xmlns:a16="http://schemas.microsoft.com/office/drawing/2014/main" id="{15D6E8CC-E9BB-4CC7-AB30-53AC0B78D55E}"/>
              </a:ext>
            </a:extLst>
          </p:cNvPr>
          <p:cNvSpPr/>
          <p:nvPr/>
        </p:nvSpPr>
        <p:spPr>
          <a:xfrm>
            <a:off x="7578757" y="2289774"/>
            <a:ext cx="144497" cy="144620"/>
          </a:xfrm>
          <a:custGeom>
            <a:avLst/>
            <a:gdLst>
              <a:gd name="connsiteX0" fmla="*/ 139353 w 144497"/>
              <a:gd name="connsiteY0" fmla="*/ 54893 h 144620"/>
              <a:gd name="connsiteX1" fmla="*/ 103020 w 144497"/>
              <a:gd name="connsiteY1" fmla="*/ 46750 h 144620"/>
              <a:gd name="connsiteX2" fmla="*/ 103959 w 144497"/>
              <a:gd name="connsiteY2" fmla="*/ 35709 h 144620"/>
              <a:gd name="connsiteX3" fmla="*/ 88298 w 144497"/>
              <a:gd name="connsiteY3" fmla="*/ 315 h 144620"/>
              <a:gd name="connsiteX4" fmla="*/ 77257 w 144497"/>
              <a:gd name="connsiteY4" fmla="*/ 1255 h 144620"/>
              <a:gd name="connsiteX5" fmla="*/ 66217 w 144497"/>
              <a:gd name="connsiteY5" fmla="*/ 20283 h 144620"/>
              <a:gd name="connsiteX6" fmla="*/ 65747 w 144497"/>
              <a:gd name="connsiteY6" fmla="*/ 36413 h 144620"/>
              <a:gd name="connsiteX7" fmla="*/ 54941 w 144497"/>
              <a:gd name="connsiteY7" fmla="*/ 49647 h 144620"/>
              <a:gd name="connsiteX8" fmla="*/ 34268 w 144497"/>
              <a:gd name="connsiteY8" fmla="*/ 56381 h 144620"/>
              <a:gd name="connsiteX9" fmla="*/ 1067 w 144497"/>
              <a:gd name="connsiteY9" fmla="*/ 62176 h 144620"/>
              <a:gd name="connsiteX10" fmla="*/ 363 w 144497"/>
              <a:gd name="connsiteY10" fmla="*/ 80734 h 144620"/>
              <a:gd name="connsiteX11" fmla="*/ 363 w 144497"/>
              <a:gd name="connsiteY11" fmla="*/ 123880 h 144620"/>
              <a:gd name="connsiteX12" fmla="*/ 4434 w 144497"/>
              <a:gd name="connsiteY12" fmla="*/ 142438 h 144620"/>
              <a:gd name="connsiteX13" fmla="*/ 38184 w 144497"/>
              <a:gd name="connsiteY13" fmla="*/ 144160 h 144620"/>
              <a:gd name="connsiteX14" fmla="*/ 38184 w 144497"/>
              <a:gd name="connsiteY14" fmla="*/ 63977 h 144620"/>
              <a:gd name="connsiteX15" fmla="*/ 73812 w 144497"/>
              <a:gd name="connsiteY15" fmla="*/ 38684 h 144620"/>
              <a:gd name="connsiteX16" fmla="*/ 80311 w 144497"/>
              <a:gd name="connsiteY16" fmla="*/ 9085 h 144620"/>
              <a:gd name="connsiteX17" fmla="*/ 95502 w 144497"/>
              <a:gd name="connsiteY17" fmla="*/ 40642 h 144620"/>
              <a:gd name="connsiteX18" fmla="*/ 94093 w 144497"/>
              <a:gd name="connsiteY18" fmla="*/ 55050 h 144620"/>
              <a:gd name="connsiteX19" fmla="*/ 94093 w 144497"/>
              <a:gd name="connsiteY19" fmla="*/ 55755 h 144620"/>
              <a:gd name="connsiteX20" fmla="*/ 133323 w 144497"/>
              <a:gd name="connsiteY20" fmla="*/ 60296 h 144620"/>
              <a:gd name="connsiteX21" fmla="*/ 134968 w 144497"/>
              <a:gd name="connsiteY21" fmla="*/ 81047 h 144620"/>
              <a:gd name="connsiteX22" fmla="*/ 109676 w 144497"/>
              <a:gd name="connsiteY22" fmla="*/ 132571 h 144620"/>
              <a:gd name="connsiteX23" fmla="*/ 93075 w 144497"/>
              <a:gd name="connsiteY23" fmla="*/ 135234 h 144620"/>
              <a:gd name="connsiteX24" fmla="*/ 50712 w 144497"/>
              <a:gd name="connsiteY24" fmla="*/ 135938 h 144620"/>
              <a:gd name="connsiteX25" fmla="*/ 50712 w 144497"/>
              <a:gd name="connsiteY25" fmla="*/ 144160 h 144620"/>
              <a:gd name="connsiteX26" fmla="*/ 108031 w 144497"/>
              <a:gd name="connsiteY26" fmla="*/ 143456 h 144620"/>
              <a:gd name="connsiteX27" fmla="*/ 119150 w 144497"/>
              <a:gd name="connsiteY27" fmla="*/ 134764 h 144620"/>
              <a:gd name="connsiteX28" fmla="*/ 127842 w 144497"/>
              <a:gd name="connsiteY28" fmla="*/ 118868 h 144620"/>
              <a:gd name="connsiteX29" fmla="*/ 143033 w 144497"/>
              <a:gd name="connsiteY29" fmla="*/ 83005 h 144620"/>
              <a:gd name="connsiteX30" fmla="*/ 139666 w 144497"/>
              <a:gd name="connsiteY30" fmla="*/ 55050 h 144620"/>
              <a:gd name="connsiteX31" fmla="*/ 29805 w 144497"/>
              <a:gd name="connsiteY31" fmla="*/ 135782 h 144620"/>
              <a:gd name="connsiteX32" fmla="*/ 9368 w 144497"/>
              <a:gd name="connsiteY32" fmla="*/ 135782 h 144620"/>
              <a:gd name="connsiteX33" fmla="*/ 8428 w 144497"/>
              <a:gd name="connsiteY33" fmla="*/ 116519 h 144620"/>
              <a:gd name="connsiteX34" fmla="*/ 8663 w 144497"/>
              <a:gd name="connsiteY34" fmla="*/ 65230 h 144620"/>
              <a:gd name="connsiteX35" fmla="*/ 29883 w 144497"/>
              <a:gd name="connsiteY35" fmla="*/ 64525 h 144620"/>
              <a:gd name="connsiteX36" fmla="*/ 29883 w 144497"/>
              <a:gd name="connsiteY36" fmla="*/ 135782 h 144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44497" h="144620">
                <a:moveTo>
                  <a:pt x="139353" y="54893"/>
                </a:moveTo>
                <a:cubicBezTo>
                  <a:pt x="132305" y="45732"/>
                  <a:pt x="118524" y="46358"/>
                  <a:pt x="103020" y="46750"/>
                </a:cubicBezTo>
                <a:cubicBezTo>
                  <a:pt x="103333" y="43069"/>
                  <a:pt x="103646" y="39389"/>
                  <a:pt x="103959" y="35709"/>
                </a:cubicBezTo>
                <a:cubicBezTo>
                  <a:pt x="106857" y="17620"/>
                  <a:pt x="103020" y="2978"/>
                  <a:pt x="88298" y="315"/>
                </a:cubicBezTo>
                <a:cubicBezTo>
                  <a:pt x="84618" y="-390"/>
                  <a:pt x="79998" y="159"/>
                  <a:pt x="77257" y="1255"/>
                </a:cubicBezTo>
                <a:cubicBezTo>
                  <a:pt x="69975" y="4230"/>
                  <a:pt x="67626" y="11356"/>
                  <a:pt x="66217" y="20283"/>
                </a:cubicBezTo>
                <a:cubicBezTo>
                  <a:pt x="65355" y="25608"/>
                  <a:pt x="66921" y="31715"/>
                  <a:pt x="65747" y="36413"/>
                </a:cubicBezTo>
                <a:cubicBezTo>
                  <a:pt x="64259" y="42365"/>
                  <a:pt x="59639" y="46828"/>
                  <a:pt x="54941" y="49647"/>
                </a:cubicBezTo>
                <a:cubicBezTo>
                  <a:pt x="49224" y="53014"/>
                  <a:pt x="41864" y="55128"/>
                  <a:pt x="34268" y="56381"/>
                </a:cubicBezTo>
                <a:cubicBezTo>
                  <a:pt x="22053" y="58417"/>
                  <a:pt x="5217" y="52231"/>
                  <a:pt x="1067" y="62176"/>
                </a:cubicBezTo>
                <a:cubicBezTo>
                  <a:pt x="-812" y="66561"/>
                  <a:pt x="363" y="75096"/>
                  <a:pt x="363" y="80734"/>
                </a:cubicBezTo>
                <a:lnTo>
                  <a:pt x="363" y="123880"/>
                </a:lnTo>
                <a:cubicBezTo>
                  <a:pt x="363" y="132102"/>
                  <a:pt x="-186" y="138992"/>
                  <a:pt x="4434" y="142438"/>
                </a:cubicBezTo>
                <a:cubicBezTo>
                  <a:pt x="9133" y="145883"/>
                  <a:pt x="29883" y="144239"/>
                  <a:pt x="38184" y="144160"/>
                </a:cubicBezTo>
                <a:lnTo>
                  <a:pt x="38184" y="63977"/>
                </a:lnTo>
                <a:cubicBezTo>
                  <a:pt x="53923" y="63115"/>
                  <a:pt x="70210" y="51918"/>
                  <a:pt x="73812" y="38684"/>
                </a:cubicBezTo>
                <a:cubicBezTo>
                  <a:pt x="76553" y="28661"/>
                  <a:pt x="71620" y="13001"/>
                  <a:pt x="80311" y="9085"/>
                </a:cubicBezTo>
                <a:cubicBezTo>
                  <a:pt x="98635" y="863"/>
                  <a:pt x="97460" y="28113"/>
                  <a:pt x="95502" y="40642"/>
                </a:cubicBezTo>
                <a:cubicBezTo>
                  <a:pt x="95033" y="45419"/>
                  <a:pt x="94563" y="50273"/>
                  <a:pt x="94093" y="55050"/>
                </a:cubicBezTo>
                <a:lnTo>
                  <a:pt x="94093" y="55755"/>
                </a:lnTo>
                <a:cubicBezTo>
                  <a:pt x="106935" y="55285"/>
                  <a:pt x="126903" y="51761"/>
                  <a:pt x="133323" y="60296"/>
                </a:cubicBezTo>
                <a:cubicBezTo>
                  <a:pt x="136847" y="64995"/>
                  <a:pt x="137004" y="74313"/>
                  <a:pt x="134968" y="81047"/>
                </a:cubicBezTo>
                <a:cubicBezTo>
                  <a:pt x="131209" y="93811"/>
                  <a:pt x="118211" y="125837"/>
                  <a:pt x="109676" y="132571"/>
                </a:cubicBezTo>
                <a:cubicBezTo>
                  <a:pt x="104586" y="136565"/>
                  <a:pt x="100827" y="133981"/>
                  <a:pt x="93075" y="135234"/>
                </a:cubicBezTo>
                <a:cubicBezTo>
                  <a:pt x="78980" y="135469"/>
                  <a:pt x="64807" y="135704"/>
                  <a:pt x="50712" y="135938"/>
                </a:cubicBezTo>
                <a:lnTo>
                  <a:pt x="50712" y="144160"/>
                </a:lnTo>
                <a:cubicBezTo>
                  <a:pt x="69819" y="143926"/>
                  <a:pt x="88925" y="143691"/>
                  <a:pt x="108031" y="143456"/>
                </a:cubicBezTo>
                <a:cubicBezTo>
                  <a:pt x="111868" y="142360"/>
                  <a:pt x="116801" y="137739"/>
                  <a:pt x="119150" y="134764"/>
                </a:cubicBezTo>
                <a:cubicBezTo>
                  <a:pt x="122831" y="130066"/>
                  <a:pt x="124710" y="124193"/>
                  <a:pt x="127842" y="118868"/>
                </a:cubicBezTo>
                <a:cubicBezTo>
                  <a:pt x="134028" y="108297"/>
                  <a:pt x="139510" y="95768"/>
                  <a:pt x="143033" y="83005"/>
                </a:cubicBezTo>
                <a:cubicBezTo>
                  <a:pt x="145774" y="73138"/>
                  <a:pt x="144678" y="61549"/>
                  <a:pt x="139666" y="55050"/>
                </a:cubicBezTo>
                <a:close/>
                <a:moveTo>
                  <a:pt x="29805" y="135782"/>
                </a:moveTo>
                <a:lnTo>
                  <a:pt x="9368" y="135782"/>
                </a:lnTo>
                <a:cubicBezTo>
                  <a:pt x="7018" y="132023"/>
                  <a:pt x="8428" y="122079"/>
                  <a:pt x="8428" y="116519"/>
                </a:cubicBezTo>
                <a:cubicBezTo>
                  <a:pt x="8506" y="99449"/>
                  <a:pt x="8585" y="82300"/>
                  <a:pt x="8663" y="65230"/>
                </a:cubicBezTo>
                <a:cubicBezTo>
                  <a:pt x="11873" y="63350"/>
                  <a:pt x="24872" y="64446"/>
                  <a:pt x="29883" y="64525"/>
                </a:cubicBezTo>
                <a:lnTo>
                  <a:pt x="29883" y="135782"/>
                </a:lnTo>
                <a:close/>
              </a:path>
            </a:pathLst>
          </a:custGeom>
          <a:solidFill>
            <a:srgbClr val="1296DB"/>
          </a:solidFill>
          <a:ln w="783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6" name="圆: 空心 75">
            <a:extLst>
              <a:ext uri="{FF2B5EF4-FFF2-40B4-BE49-F238E27FC236}">
                <a16:creationId xmlns:a16="http://schemas.microsoft.com/office/drawing/2014/main" id="{B1068241-9F36-4224-89CE-267FEBE76A31}"/>
              </a:ext>
            </a:extLst>
          </p:cNvPr>
          <p:cNvSpPr/>
          <p:nvPr/>
        </p:nvSpPr>
        <p:spPr>
          <a:xfrm>
            <a:off x="7559502" y="2457507"/>
            <a:ext cx="144419" cy="144000"/>
          </a:xfrm>
          <a:prstGeom prst="donu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A39920AB-3844-4DDC-84CE-F25FCAABE91B}"/>
              </a:ext>
            </a:extLst>
          </p:cNvPr>
          <p:cNvSpPr txBox="1"/>
          <p:nvPr/>
        </p:nvSpPr>
        <p:spPr>
          <a:xfrm>
            <a:off x="7796048" y="2258065"/>
            <a:ext cx="61359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dirty="0">
                <a:solidFill>
                  <a:srgbClr val="1296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Supported</a:t>
            </a:r>
            <a:endParaRPr lang="zh-CN" altLang="en-US" sz="700" dirty="0">
              <a:solidFill>
                <a:srgbClr val="1296D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7BFFA869-C04A-4A40-8237-FB01B1CDAFA7}"/>
              </a:ext>
            </a:extLst>
          </p:cNvPr>
          <p:cNvSpPr txBox="1"/>
          <p:nvPr/>
        </p:nvSpPr>
        <p:spPr>
          <a:xfrm>
            <a:off x="7796019" y="2406827"/>
            <a:ext cx="61359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Uncertain</a:t>
            </a:r>
            <a:endParaRPr lang="zh-CN" altLang="en-US" sz="7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CDCF806C-B646-4DE8-B142-D7E3E8294944}"/>
              </a:ext>
            </a:extLst>
          </p:cNvPr>
          <p:cNvSpPr txBox="1"/>
          <p:nvPr/>
        </p:nvSpPr>
        <p:spPr>
          <a:xfrm>
            <a:off x="7787611" y="2585765"/>
            <a:ext cx="69823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dirty="0">
                <a:solidFill>
                  <a:srgbClr val="D81E0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Unsupported</a:t>
            </a:r>
            <a:endParaRPr lang="zh-CN" altLang="en-US" sz="700" dirty="0">
              <a:solidFill>
                <a:srgbClr val="D81E0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D79A522C-B1FA-4F9B-B99D-1836984E9C2A}"/>
              </a:ext>
            </a:extLst>
          </p:cNvPr>
          <p:cNvCxnSpPr>
            <a:cxnSpLocks/>
          </p:cNvCxnSpPr>
          <p:nvPr/>
        </p:nvCxnSpPr>
        <p:spPr>
          <a:xfrm>
            <a:off x="4912216" y="1860057"/>
            <a:ext cx="532958" cy="0"/>
          </a:xfrm>
          <a:prstGeom prst="straightConnector1">
            <a:avLst/>
          </a:prstGeom>
          <a:ln w="25400">
            <a:solidFill>
              <a:srgbClr val="5A5A5A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文本框 87">
            <a:extLst>
              <a:ext uri="{FF2B5EF4-FFF2-40B4-BE49-F238E27FC236}">
                <a16:creationId xmlns:a16="http://schemas.microsoft.com/office/drawing/2014/main" id="{18E6E91E-A456-4F89-8A53-BA99F27A8929}"/>
              </a:ext>
            </a:extLst>
          </p:cNvPr>
          <p:cNvSpPr txBox="1"/>
          <p:nvPr/>
        </p:nvSpPr>
        <p:spPr>
          <a:xfrm>
            <a:off x="5285903" y="454083"/>
            <a:ext cx="186671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Decompose  each response into visual claims(B</a:t>
            </a:r>
            <a:r>
              <a: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example)</a:t>
            </a:r>
            <a:endParaRPr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AE8671A6-2591-448C-8FBA-51F643314A9C}"/>
              </a:ext>
            </a:extLst>
          </p:cNvPr>
          <p:cNvCxnSpPr>
            <a:cxnSpLocks/>
          </p:cNvCxnSpPr>
          <p:nvPr/>
        </p:nvCxnSpPr>
        <p:spPr>
          <a:xfrm>
            <a:off x="6856655" y="1887798"/>
            <a:ext cx="407355" cy="0"/>
          </a:xfrm>
          <a:prstGeom prst="straightConnector1">
            <a:avLst/>
          </a:prstGeom>
          <a:ln w="25400">
            <a:solidFill>
              <a:srgbClr val="5A5A5A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D99F182B-841C-47BF-B28C-CEA6B04E127C}"/>
              </a:ext>
            </a:extLst>
          </p:cNvPr>
          <p:cNvCxnSpPr>
            <a:cxnSpLocks/>
          </p:cNvCxnSpPr>
          <p:nvPr/>
        </p:nvCxnSpPr>
        <p:spPr>
          <a:xfrm>
            <a:off x="8803099" y="1887798"/>
            <a:ext cx="292641" cy="0"/>
          </a:xfrm>
          <a:prstGeom prst="straightConnector1">
            <a:avLst/>
          </a:prstGeom>
          <a:ln w="25400">
            <a:solidFill>
              <a:srgbClr val="5A5A5A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任意多边形: 形状 92">
            <a:extLst>
              <a:ext uri="{FF2B5EF4-FFF2-40B4-BE49-F238E27FC236}">
                <a16:creationId xmlns:a16="http://schemas.microsoft.com/office/drawing/2014/main" id="{1258E72E-9670-4B22-80F7-600D6E8CB3D2}"/>
              </a:ext>
            </a:extLst>
          </p:cNvPr>
          <p:cNvSpPr/>
          <p:nvPr/>
        </p:nvSpPr>
        <p:spPr>
          <a:xfrm>
            <a:off x="9095740" y="1102181"/>
            <a:ext cx="956448" cy="1667726"/>
          </a:xfrm>
          <a:custGeom>
            <a:avLst/>
            <a:gdLst>
              <a:gd name="connsiteX0" fmla="*/ 0 w 2137789"/>
              <a:gd name="connsiteY0" fmla="*/ 143375 h 1425219"/>
              <a:gd name="connsiteX1" fmla="*/ 143375 w 2137789"/>
              <a:gd name="connsiteY1" fmla="*/ 0 h 1425219"/>
              <a:gd name="connsiteX2" fmla="*/ 1994414 w 2137789"/>
              <a:gd name="connsiteY2" fmla="*/ 0 h 1425219"/>
              <a:gd name="connsiteX3" fmla="*/ 2137789 w 2137789"/>
              <a:gd name="connsiteY3" fmla="*/ 143375 h 1425219"/>
              <a:gd name="connsiteX4" fmla="*/ 2137789 w 2137789"/>
              <a:gd name="connsiteY4" fmla="*/ 1281844 h 1425219"/>
              <a:gd name="connsiteX5" fmla="*/ 1994414 w 2137789"/>
              <a:gd name="connsiteY5" fmla="*/ 1425219 h 1425219"/>
              <a:gd name="connsiteX6" fmla="*/ 143375 w 2137789"/>
              <a:gd name="connsiteY6" fmla="*/ 1425219 h 1425219"/>
              <a:gd name="connsiteX7" fmla="*/ 0 w 2137789"/>
              <a:gd name="connsiteY7" fmla="*/ 1281844 h 1425219"/>
              <a:gd name="connsiteX8" fmla="*/ 0 w 2137789"/>
              <a:gd name="connsiteY8" fmla="*/ 143375 h 1425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7789" h="1425219">
                <a:moveTo>
                  <a:pt x="0" y="143375"/>
                </a:moveTo>
                <a:cubicBezTo>
                  <a:pt x="0" y="64210"/>
                  <a:pt x="64210" y="0"/>
                  <a:pt x="143375" y="0"/>
                </a:cubicBezTo>
                <a:lnTo>
                  <a:pt x="1994414" y="0"/>
                </a:lnTo>
                <a:cubicBezTo>
                  <a:pt x="2073580" y="0"/>
                  <a:pt x="2137789" y="64210"/>
                  <a:pt x="2137789" y="143375"/>
                </a:cubicBezTo>
                <a:lnTo>
                  <a:pt x="2137789" y="1281844"/>
                </a:lnTo>
                <a:cubicBezTo>
                  <a:pt x="2137789" y="1361009"/>
                  <a:pt x="2073580" y="1425219"/>
                  <a:pt x="1994414" y="1425219"/>
                </a:cubicBezTo>
                <a:lnTo>
                  <a:pt x="143375" y="1425219"/>
                </a:lnTo>
                <a:cubicBezTo>
                  <a:pt x="64210" y="1425219"/>
                  <a:pt x="0" y="1361009"/>
                  <a:pt x="0" y="1281844"/>
                </a:cubicBezTo>
                <a:lnTo>
                  <a:pt x="0" y="143375"/>
                </a:lnTo>
                <a:close/>
              </a:path>
            </a:pathLst>
          </a:custGeom>
          <a:solidFill>
            <a:srgbClr val="F7F8FC"/>
          </a:solidFill>
          <a:ln w="10414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2F6FF7EE-824C-4065-AD0B-9840B4AA6B11}"/>
                  </a:ext>
                </a:extLst>
              </p:cNvPr>
              <p:cNvSpPr txBox="1"/>
              <p:nvPr/>
            </p:nvSpPr>
            <p:spPr>
              <a:xfrm>
                <a:off x="8474169" y="577977"/>
                <a:ext cx="216288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Evidence Score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400" i="1" dirty="0"/>
              </a:p>
            </p:txBody>
          </p:sp>
        </mc:Choice>
        <mc:Fallback xmlns="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2F6FF7EE-824C-4065-AD0B-9840B4AA6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169" y="577977"/>
                <a:ext cx="2162885" cy="523220"/>
              </a:xfrm>
              <a:prstGeom prst="rect">
                <a:avLst/>
              </a:prstGeom>
              <a:blipFill>
                <a:blip r:embed="rId6"/>
                <a:stretch>
                  <a:fillRect t="-2326" b="-34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文本框 96">
            <a:extLst>
              <a:ext uri="{FF2B5EF4-FFF2-40B4-BE49-F238E27FC236}">
                <a16:creationId xmlns:a16="http://schemas.microsoft.com/office/drawing/2014/main" id="{95B55702-F8F7-4347-89FC-8EF45BB9CF05}"/>
              </a:ext>
            </a:extLst>
          </p:cNvPr>
          <p:cNvSpPr txBox="1"/>
          <p:nvPr/>
        </p:nvSpPr>
        <p:spPr>
          <a:xfrm>
            <a:off x="8997119" y="1953750"/>
            <a:ext cx="115368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support of claims in response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9B7AB29C-BB1D-4554-A711-1FDD52CCBD03}"/>
              </a:ext>
            </a:extLst>
          </p:cNvPr>
          <p:cNvGrpSpPr/>
          <p:nvPr/>
        </p:nvGrpSpPr>
        <p:grpSpPr>
          <a:xfrm>
            <a:off x="9130258" y="1064659"/>
            <a:ext cx="971048" cy="989157"/>
            <a:chOff x="8126923" y="3590886"/>
            <a:chExt cx="971048" cy="989157"/>
          </a:xfrm>
        </p:grpSpPr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E3DBDD5E-CBDB-43AE-A2CA-67996F94BFBB}"/>
                </a:ext>
              </a:extLst>
            </p:cNvPr>
            <p:cNvSpPr txBox="1"/>
            <p:nvPr/>
          </p:nvSpPr>
          <p:spPr>
            <a:xfrm>
              <a:off x="8643654" y="4346909"/>
              <a:ext cx="454317" cy="20005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700" spc="0" baseline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  <a:rtl val="0"/>
                </a:rPr>
                <a:t>Claims</a:t>
              </a:r>
              <a:endParaRPr lang="zh-CN" altLang="en-US" sz="700" spc="0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  <a:rtl val="0"/>
              </a:endParaRPr>
            </a:p>
          </p:txBody>
        </p:sp>
        <p:grpSp>
          <p:nvGrpSpPr>
            <p:cNvPr id="100" name="组合 99">
              <a:extLst>
                <a:ext uri="{FF2B5EF4-FFF2-40B4-BE49-F238E27FC236}">
                  <a16:creationId xmlns:a16="http://schemas.microsoft.com/office/drawing/2014/main" id="{994AB13D-72EF-4298-9CB9-4ECDB84ACD48}"/>
                </a:ext>
              </a:extLst>
            </p:cNvPr>
            <p:cNvGrpSpPr/>
            <p:nvPr/>
          </p:nvGrpSpPr>
          <p:grpSpPr>
            <a:xfrm>
              <a:off x="8126923" y="3590886"/>
              <a:ext cx="797426" cy="989157"/>
              <a:chOff x="7765826" y="530814"/>
              <a:chExt cx="1287199" cy="1552120"/>
            </a:xfrm>
          </p:grpSpPr>
          <p:sp>
            <p:nvSpPr>
              <p:cNvPr id="101" name="任意多边形: 形状 100">
                <a:extLst>
                  <a:ext uri="{FF2B5EF4-FFF2-40B4-BE49-F238E27FC236}">
                    <a16:creationId xmlns:a16="http://schemas.microsoft.com/office/drawing/2014/main" id="{39119F58-4906-4C27-BE61-6904D7066276}"/>
                  </a:ext>
                </a:extLst>
              </p:cNvPr>
              <p:cNvSpPr/>
              <p:nvPr/>
            </p:nvSpPr>
            <p:spPr>
              <a:xfrm>
                <a:off x="7943452" y="872284"/>
                <a:ext cx="117456" cy="861348"/>
              </a:xfrm>
              <a:custGeom>
                <a:avLst/>
                <a:gdLst>
                  <a:gd name="connsiteX0" fmla="*/ 0 w 117456"/>
                  <a:gd name="connsiteY0" fmla="*/ 0 h 861348"/>
                  <a:gd name="connsiteX1" fmla="*/ 117457 w 117456"/>
                  <a:gd name="connsiteY1" fmla="*/ 0 h 861348"/>
                  <a:gd name="connsiteX2" fmla="*/ 117457 w 117456"/>
                  <a:gd name="connsiteY2" fmla="*/ 861349 h 861348"/>
                  <a:gd name="connsiteX3" fmla="*/ 0 w 117456"/>
                  <a:gd name="connsiteY3" fmla="*/ 861349 h 861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7456" h="861348">
                    <a:moveTo>
                      <a:pt x="0" y="0"/>
                    </a:moveTo>
                    <a:lnTo>
                      <a:pt x="117457" y="0"/>
                    </a:lnTo>
                    <a:lnTo>
                      <a:pt x="117457" y="861349"/>
                    </a:lnTo>
                    <a:lnTo>
                      <a:pt x="0" y="861349"/>
                    </a:lnTo>
                    <a:close/>
                  </a:path>
                </a:pathLst>
              </a:custGeom>
              <a:solidFill>
                <a:srgbClr val="DAE3F3"/>
              </a:solidFill>
              <a:ln w="10414" cap="flat">
                <a:solidFill>
                  <a:srgbClr val="1296DB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2" name="任意多边形: 形状 101">
                <a:extLst>
                  <a:ext uri="{FF2B5EF4-FFF2-40B4-BE49-F238E27FC236}">
                    <a16:creationId xmlns:a16="http://schemas.microsoft.com/office/drawing/2014/main" id="{3311BC2D-C439-43BD-9938-0192A90F6C97}"/>
                  </a:ext>
                </a:extLst>
              </p:cNvPr>
              <p:cNvSpPr/>
              <p:nvPr/>
            </p:nvSpPr>
            <p:spPr>
              <a:xfrm>
                <a:off x="8092067" y="992027"/>
                <a:ext cx="117619" cy="741605"/>
              </a:xfrm>
              <a:custGeom>
                <a:avLst/>
                <a:gdLst>
                  <a:gd name="connsiteX0" fmla="*/ 0 w 117456"/>
                  <a:gd name="connsiteY0" fmla="*/ 0 h 649926"/>
                  <a:gd name="connsiteX1" fmla="*/ 117457 w 117456"/>
                  <a:gd name="connsiteY1" fmla="*/ 0 h 649926"/>
                  <a:gd name="connsiteX2" fmla="*/ 117457 w 117456"/>
                  <a:gd name="connsiteY2" fmla="*/ 649927 h 649926"/>
                  <a:gd name="connsiteX3" fmla="*/ 0 w 117456"/>
                  <a:gd name="connsiteY3" fmla="*/ 649927 h 649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7456" h="649926">
                    <a:moveTo>
                      <a:pt x="0" y="0"/>
                    </a:moveTo>
                    <a:lnTo>
                      <a:pt x="117457" y="0"/>
                    </a:lnTo>
                    <a:lnTo>
                      <a:pt x="117457" y="649927"/>
                    </a:lnTo>
                    <a:lnTo>
                      <a:pt x="0" y="649927"/>
                    </a:lnTo>
                    <a:close/>
                  </a:path>
                </a:pathLst>
              </a:custGeom>
              <a:solidFill>
                <a:srgbClr val="DAE3F3"/>
              </a:solidFill>
              <a:ln w="10414" cap="flat">
                <a:solidFill>
                  <a:srgbClr val="1296DB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4" name="任意多边形: 形状 103">
                <a:extLst>
                  <a:ext uri="{FF2B5EF4-FFF2-40B4-BE49-F238E27FC236}">
                    <a16:creationId xmlns:a16="http://schemas.microsoft.com/office/drawing/2014/main" id="{3490933B-1E21-4044-9A54-426F751ED93F}"/>
                  </a:ext>
                </a:extLst>
              </p:cNvPr>
              <p:cNvSpPr/>
              <p:nvPr/>
            </p:nvSpPr>
            <p:spPr>
              <a:xfrm>
                <a:off x="8243641" y="1099419"/>
                <a:ext cx="118738" cy="634213"/>
              </a:xfrm>
              <a:custGeom>
                <a:avLst/>
                <a:gdLst>
                  <a:gd name="connsiteX0" fmla="*/ 0 w 117456"/>
                  <a:gd name="connsiteY0" fmla="*/ 0 h 407183"/>
                  <a:gd name="connsiteX1" fmla="*/ 117457 w 117456"/>
                  <a:gd name="connsiteY1" fmla="*/ 0 h 407183"/>
                  <a:gd name="connsiteX2" fmla="*/ 117457 w 117456"/>
                  <a:gd name="connsiteY2" fmla="*/ 407183 h 407183"/>
                  <a:gd name="connsiteX3" fmla="*/ 0 w 117456"/>
                  <a:gd name="connsiteY3" fmla="*/ 407183 h 4071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7456" h="407183">
                    <a:moveTo>
                      <a:pt x="0" y="0"/>
                    </a:moveTo>
                    <a:lnTo>
                      <a:pt x="117457" y="0"/>
                    </a:lnTo>
                    <a:lnTo>
                      <a:pt x="117457" y="407183"/>
                    </a:lnTo>
                    <a:lnTo>
                      <a:pt x="0" y="407183"/>
                    </a:lnTo>
                    <a:close/>
                  </a:path>
                </a:pathLst>
              </a:custGeom>
              <a:solidFill>
                <a:srgbClr val="DAE3F3"/>
              </a:solidFill>
              <a:ln w="10414" cap="flat">
                <a:solidFill>
                  <a:srgbClr val="1296DB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5" name="任意多边形: 形状 104">
                <a:extLst>
                  <a:ext uri="{FF2B5EF4-FFF2-40B4-BE49-F238E27FC236}">
                    <a16:creationId xmlns:a16="http://schemas.microsoft.com/office/drawing/2014/main" id="{0E2EAF1D-4F56-4444-8DDF-10E288E620C5}"/>
                  </a:ext>
                </a:extLst>
              </p:cNvPr>
              <p:cNvSpPr/>
              <p:nvPr/>
            </p:nvSpPr>
            <p:spPr>
              <a:xfrm>
                <a:off x="7872978" y="684353"/>
                <a:ext cx="62643" cy="1183806"/>
              </a:xfrm>
              <a:custGeom>
                <a:avLst/>
                <a:gdLst>
                  <a:gd name="connsiteX0" fmla="*/ 41736 w 62643"/>
                  <a:gd name="connsiteY0" fmla="*/ 62644 h 1183806"/>
                  <a:gd name="connsiteX1" fmla="*/ 41736 w 62643"/>
                  <a:gd name="connsiteY1" fmla="*/ 1183806 h 1183806"/>
                  <a:gd name="connsiteX2" fmla="*/ 20829 w 62643"/>
                  <a:gd name="connsiteY2" fmla="*/ 1183806 h 1183806"/>
                  <a:gd name="connsiteX3" fmla="*/ 20829 w 62643"/>
                  <a:gd name="connsiteY3" fmla="*/ 62644 h 1183806"/>
                  <a:gd name="connsiteX4" fmla="*/ 41736 w 62643"/>
                  <a:gd name="connsiteY4" fmla="*/ 62644 h 1183806"/>
                  <a:gd name="connsiteX5" fmla="*/ 31322 w 62643"/>
                  <a:gd name="connsiteY5" fmla="*/ 62644 h 1183806"/>
                  <a:gd name="connsiteX6" fmla="*/ 0 w 62643"/>
                  <a:gd name="connsiteY6" fmla="*/ 104380 h 1183806"/>
                  <a:gd name="connsiteX7" fmla="*/ 31322 w 62643"/>
                  <a:gd name="connsiteY7" fmla="*/ 0 h 1183806"/>
                  <a:gd name="connsiteX8" fmla="*/ 62644 w 62643"/>
                  <a:gd name="connsiteY8" fmla="*/ 104380 h 1183806"/>
                  <a:gd name="connsiteX9" fmla="*/ 31322 w 62643"/>
                  <a:gd name="connsiteY9" fmla="*/ 62644 h 1183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2643" h="1183806">
                    <a:moveTo>
                      <a:pt x="41736" y="62644"/>
                    </a:moveTo>
                    <a:lnTo>
                      <a:pt x="41736" y="1183806"/>
                    </a:lnTo>
                    <a:lnTo>
                      <a:pt x="20829" y="1183806"/>
                    </a:lnTo>
                    <a:lnTo>
                      <a:pt x="20829" y="62644"/>
                    </a:lnTo>
                    <a:lnTo>
                      <a:pt x="41736" y="62644"/>
                    </a:lnTo>
                    <a:close/>
                    <a:moveTo>
                      <a:pt x="31322" y="62644"/>
                    </a:moveTo>
                    <a:lnTo>
                      <a:pt x="0" y="104380"/>
                    </a:lnTo>
                    <a:lnTo>
                      <a:pt x="31322" y="0"/>
                    </a:lnTo>
                    <a:lnTo>
                      <a:pt x="62644" y="104380"/>
                    </a:lnTo>
                    <a:lnTo>
                      <a:pt x="31322" y="62644"/>
                    </a:lnTo>
                    <a:close/>
                  </a:path>
                </a:pathLst>
              </a:custGeom>
              <a:solidFill>
                <a:srgbClr val="000000"/>
              </a:solidFill>
              <a:ln w="78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6" name="任意多边形: 形状 105">
                <a:extLst>
                  <a:ext uri="{FF2B5EF4-FFF2-40B4-BE49-F238E27FC236}">
                    <a16:creationId xmlns:a16="http://schemas.microsoft.com/office/drawing/2014/main" id="{98E2221F-0AF6-4AB8-AEB3-C672A1D5434B}"/>
                  </a:ext>
                </a:extLst>
              </p:cNvPr>
              <p:cNvSpPr/>
              <p:nvPr/>
            </p:nvSpPr>
            <p:spPr>
              <a:xfrm>
                <a:off x="8466808" y="1296401"/>
                <a:ext cx="118738" cy="441826"/>
              </a:xfrm>
              <a:custGeom>
                <a:avLst/>
                <a:gdLst>
                  <a:gd name="connsiteX0" fmla="*/ 0 w 117456"/>
                  <a:gd name="connsiteY0" fmla="*/ 0 h 751722"/>
                  <a:gd name="connsiteX1" fmla="*/ 117457 w 117456"/>
                  <a:gd name="connsiteY1" fmla="*/ 0 h 751722"/>
                  <a:gd name="connsiteX2" fmla="*/ 117457 w 117456"/>
                  <a:gd name="connsiteY2" fmla="*/ 751723 h 751722"/>
                  <a:gd name="connsiteX3" fmla="*/ 0 w 117456"/>
                  <a:gd name="connsiteY3" fmla="*/ 751723 h 751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7456" h="751722">
                    <a:moveTo>
                      <a:pt x="0" y="0"/>
                    </a:moveTo>
                    <a:lnTo>
                      <a:pt x="117457" y="0"/>
                    </a:lnTo>
                    <a:lnTo>
                      <a:pt x="117457" y="751723"/>
                    </a:lnTo>
                    <a:lnTo>
                      <a:pt x="0" y="751723"/>
                    </a:lnTo>
                    <a:close/>
                  </a:path>
                </a:pathLst>
              </a:custGeom>
              <a:solidFill>
                <a:srgbClr val="F8CBAD"/>
              </a:solidFill>
              <a:ln w="10414" cap="flat">
                <a:solidFill>
                  <a:srgbClr val="D81E0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7" name="任意多边形: 形状 106">
                <a:extLst>
                  <a:ext uri="{FF2B5EF4-FFF2-40B4-BE49-F238E27FC236}">
                    <a16:creationId xmlns:a16="http://schemas.microsoft.com/office/drawing/2014/main" id="{FAF7DF72-5BBF-4D4F-B718-E8519DEC6C73}"/>
                  </a:ext>
                </a:extLst>
              </p:cNvPr>
              <p:cNvSpPr/>
              <p:nvPr/>
            </p:nvSpPr>
            <p:spPr>
              <a:xfrm>
                <a:off x="8616870" y="1425010"/>
                <a:ext cx="117457" cy="313216"/>
              </a:xfrm>
              <a:custGeom>
                <a:avLst/>
                <a:gdLst>
                  <a:gd name="connsiteX0" fmla="*/ 0 w 117456"/>
                  <a:gd name="connsiteY0" fmla="*/ 0 h 313217"/>
                  <a:gd name="connsiteX1" fmla="*/ 117457 w 117456"/>
                  <a:gd name="connsiteY1" fmla="*/ 0 h 313217"/>
                  <a:gd name="connsiteX2" fmla="*/ 117457 w 117456"/>
                  <a:gd name="connsiteY2" fmla="*/ 313218 h 313217"/>
                  <a:gd name="connsiteX3" fmla="*/ 0 w 117456"/>
                  <a:gd name="connsiteY3" fmla="*/ 313218 h 313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7456" h="313217">
                    <a:moveTo>
                      <a:pt x="0" y="0"/>
                    </a:moveTo>
                    <a:lnTo>
                      <a:pt x="117457" y="0"/>
                    </a:lnTo>
                    <a:lnTo>
                      <a:pt x="117457" y="313218"/>
                    </a:lnTo>
                    <a:lnTo>
                      <a:pt x="0" y="313218"/>
                    </a:lnTo>
                    <a:close/>
                  </a:path>
                </a:pathLst>
              </a:custGeom>
              <a:solidFill>
                <a:srgbClr val="F8CBAD"/>
              </a:solidFill>
              <a:ln w="10414" cap="flat">
                <a:solidFill>
                  <a:srgbClr val="D81E0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8" name="任意多边形: 形状 107">
                <a:extLst>
                  <a:ext uri="{FF2B5EF4-FFF2-40B4-BE49-F238E27FC236}">
                    <a16:creationId xmlns:a16="http://schemas.microsoft.com/office/drawing/2014/main" id="{3E12EBB0-6ADF-4BDB-B689-D2337EE29D3A}"/>
                  </a:ext>
                </a:extLst>
              </p:cNvPr>
              <p:cNvSpPr/>
              <p:nvPr/>
            </p:nvSpPr>
            <p:spPr>
              <a:xfrm>
                <a:off x="8765648" y="1532403"/>
                <a:ext cx="117457" cy="205823"/>
              </a:xfrm>
              <a:custGeom>
                <a:avLst/>
                <a:gdLst>
                  <a:gd name="connsiteX0" fmla="*/ 0 w 117456"/>
                  <a:gd name="connsiteY0" fmla="*/ 0 h 602944"/>
                  <a:gd name="connsiteX1" fmla="*/ 117457 w 117456"/>
                  <a:gd name="connsiteY1" fmla="*/ 0 h 602944"/>
                  <a:gd name="connsiteX2" fmla="*/ 117457 w 117456"/>
                  <a:gd name="connsiteY2" fmla="*/ 602944 h 602944"/>
                  <a:gd name="connsiteX3" fmla="*/ 0 w 117456"/>
                  <a:gd name="connsiteY3" fmla="*/ 602944 h 602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7456" h="602944">
                    <a:moveTo>
                      <a:pt x="0" y="0"/>
                    </a:moveTo>
                    <a:lnTo>
                      <a:pt x="117457" y="0"/>
                    </a:lnTo>
                    <a:lnTo>
                      <a:pt x="117457" y="602944"/>
                    </a:lnTo>
                    <a:lnTo>
                      <a:pt x="0" y="602944"/>
                    </a:lnTo>
                    <a:close/>
                  </a:path>
                </a:pathLst>
              </a:custGeom>
              <a:solidFill>
                <a:srgbClr val="F8CBAD"/>
              </a:solidFill>
              <a:ln w="10414" cap="flat">
                <a:solidFill>
                  <a:srgbClr val="D81E0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F611D021-5ADE-4888-B7E2-21E01ADEDCBF}"/>
                  </a:ext>
                </a:extLst>
              </p:cNvPr>
              <p:cNvSpPr txBox="1"/>
              <p:nvPr/>
            </p:nvSpPr>
            <p:spPr>
              <a:xfrm>
                <a:off x="7836231" y="530814"/>
                <a:ext cx="629292" cy="3139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zh-CN" sz="700" spc="0" baseline="0" dirty="0">
                    <a:solidFill>
                      <a:srgbClr val="000000"/>
                    </a:solidFill>
                    <a:latin typeface="Calibri"/>
                    <a:cs typeface="Calibri"/>
                    <a:sym typeface="Calibri"/>
                    <a:rtl val="0"/>
                  </a:rPr>
                  <a:t>Score</a:t>
                </a:r>
                <a:endParaRPr lang="zh-CN" altLang="en-US" sz="700" spc="0" baseline="0" dirty="0">
                  <a:solidFill>
                    <a:srgbClr val="000000"/>
                  </a:solidFill>
                  <a:latin typeface="Calibri"/>
                  <a:cs typeface="Calibri"/>
                  <a:sym typeface="Calibri"/>
                  <a:rtl val="0"/>
                </a:endParaRPr>
              </a:p>
            </p:txBody>
          </p:sp>
          <p:sp>
            <p:nvSpPr>
              <p:cNvPr id="110" name="任意多边形: 形状 109">
                <a:extLst>
                  <a:ext uri="{FF2B5EF4-FFF2-40B4-BE49-F238E27FC236}">
                    <a16:creationId xmlns:a16="http://schemas.microsoft.com/office/drawing/2014/main" id="{B3786B07-BA53-4C8D-89A3-6123375E9B13}"/>
                  </a:ext>
                </a:extLst>
              </p:cNvPr>
              <p:cNvSpPr/>
              <p:nvPr/>
            </p:nvSpPr>
            <p:spPr>
              <a:xfrm>
                <a:off x="7927792" y="1742804"/>
                <a:ext cx="474111" cy="92624"/>
              </a:xfrm>
              <a:custGeom>
                <a:avLst/>
                <a:gdLst>
                  <a:gd name="connsiteX0" fmla="*/ 587283 w 587283"/>
                  <a:gd name="connsiteY0" fmla="*/ 0 h 93965"/>
                  <a:gd name="connsiteX1" fmla="*/ 483530 w 587283"/>
                  <a:gd name="connsiteY1" fmla="*/ 46983 h 93965"/>
                  <a:gd name="connsiteX2" fmla="*/ 397395 w 587283"/>
                  <a:gd name="connsiteY2" fmla="*/ 46983 h 93965"/>
                  <a:gd name="connsiteX3" fmla="*/ 293642 w 587283"/>
                  <a:gd name="connsiteY3" fmla="*/ 93965 h 93965"/>
                  <a:gd name="connsiteX4" fmla="*/ 189888 w 587283"/>
                  <a:gd name="connsiteY4" fmla="*/ 46983 h 93965"/>
                  <a:gd name="connsiteX5" fmla="*/ 103753 w 587283"/>
                  <a:gd name="connsiteY5" fmla="*/ 46983 h 93965"/>
                  <a:gd name="connsiteX6" fmla="*/ 0 w 587283"/>
                  <a:gd name="connsiteY6" fmla="*/ 0 h 93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87283" h="93965">
                    <a:moveTo>
                      <a:pt x="587283" y="0"/>
                    </a:moveTo>
                    <a:cubicBezTo>
                      <a:pt x="587283" y="25919"/>
                      <a:pt x="540848" y="46983"/>
                      <a:pt x="483530" y="46983"/>
                    </a:cubicBezTo>
                    <a:lnTo>
                      <a:pt x="397395" y="46983"/>
                    </a:lnTo>
                    <a:cubicBezTo>
                      <a:pt x="340077" y="46983"/>
                      <a:pt x="293642" y="68047"/>
                      <a:pt x="293642" y="93965"/>
                    </a:cubicBezTo>
                    <a:cubicBezTo>
                      <a:pt x="293642" y="68047"/>
                      <a:pt x="247207" y="46983"/>
                      <a:pt x="189888" y="46983"/>
                    </a:cubicBezTo>
                    <a:lnTo>
                      <a:pt x="103753" y="46983"/>
                    </a:lnTo>
                    <a:cubicBezTo>
                      <a:pt x="46434" y="46983"/>
                      <a:pt x="0" y="25919"/>
                      <a:pt x="0" y="0"/>
                    </a:cubicBezTo>
                  </a:path>
                </a:pathLst>
              </a:custGeom>
              <a:noFill/>
              <a:ln w="10414" cap="flat">
                <a:solidFill>
                  <a:srgbClr val="1296DB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1" name="任意多边形: 形状 110">
                <a:extLst>
                  <a:ext uri="{FF2B5EF4-FFF2-40B4-BE49-F238E27FC236}">
                    <a16:creationId xmlns:a16="http://schemas.microsoft.com/office/drawing/2014/main" id="{CAF9A9E6-167E-4DE5-8B3C-C24E72A0578E}"/>
                  </a:ext>
                </a:extLst>
              </p:cNvPr>
              <p:cNvSpPr/>
              <p:nvPr/>
            </p:nvSpPr>
            <p:spPr>
              <a:xfrm>
                <a:off x="8452430" y="939522"/>
                <a:ext cx="454166" cy="806456"/>
              </a:xfrm>
              <a:custGeom>
                <a:avLst/>
                <a:gdLst>
                  <a:gd name="connsiteX0" fmla="*/ 0 w 454165"/>
                  <a:gd name="connsiteY0" fmla="*/ 38761 h 806457"/>
                  <a:gd name="connsiteX1" fmla="*/ 38760 w 454165"/>
                  <a:gd name="connsiteY1" fmla="*/ 0 h 806457"/>
                  <a:gd name="connsiteX2" fmla="*/ 415405 w 454165"/>
                  <a:gd name="connsiteY2" fmla="*/ 0 h 806457"/>
                  <a:gd name="connsiteX3" fmla="*/ 454166 w 454165"/>
                  <a:gd name="connsiteY3" fmla="*/ 38761 h 806457"/>
                  <a:gd name="connsiteX4" fmla="*/ 454166 w 454165"/>
                  <a:gd name="connsiteY4" fmla="*/ 767697 h 806457"/>
                  <a:gd name="connsiteX5" fmla="*/ 415405 w 454165"/>
                  <a:gd name="connsiteY5" fmla="*/ 806457 h 806457"/>
                  <a:gd name="connsiteX6" fmla="*/ 38760 w 454165"/>
                  <a:gd name="connsiteY6" fmla="*/ 806457 h 806457"/>
                  <a:gd name="connsiteX7" fmla="*/ 0 w 454165"/>
                  <a:gd name="connsiteY7" fmla="*/ 767697 h 806457"/>
                  <a:gd name="connsiteX8" fmla="*/ 0 w 454165"/>
                  <a:gd name="connsiteY8" fmla="*/ 38761 h 806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54165" h="806457">
                    <a:moveTo>
                      <a:pt x="0" y="38761"/>
                    </a:moveTo>
                    <a:cubicBezTo>
                      <a:pt x="0" y="17305"/>
                      <a:pt x="17383" y="0"/>
                      <a:pt x="38760" y="0"/>
                    </a:cubicBezTo>
                    <a:lnTo>
                      <a:pt x="415405" y="0"/>
                    </a:lnTo>
                    <a:cubicBezTo>
                      <a:pt x="436782" y="0"/>
                      <a:pt x="454166" y="17384"/>
                      <a:pt x="454166" y="38761"/>
                    </a:cubicBezTo>
                    <a:lnTo>
                      <a:pt x="454166" y="767697"/>
                    </a:lnTo>
                    <a:cubicBezTo>
                      <a:pt x="454166" y="789152"/>
                      <a:pt x="436782" y="806457"/>
                      <a:pt x="415405" y="806457"/>
                    </a:cubicBezTo>
                    <a:lnTo>
                      <a:pt x="38760" y="806457"/>
                    </a:lnTo>
                    <a:cubicBezTo>
                      <a:pt x="17383" y="806457"/>
                      <a:pt x="0" y="789074"/>
                      <a:pt x="0" y="767697"/>
                    </a:cubicBezTo>
                    <a:lnTo>
                      <a:pt x="0" y="38761"/>
                    </a:lnTo>
                    <a:close/>
                  </a:path>
                </a:pathLst>
              </a:custGeom>
              <a:noFill/>
              <a:ln w="10414" cap="flat">
                <a:solidFill>
                  <a:srgbClr val="D81E06"/>
                </a:solidFill>
                <a:custDash>
                  <a:ds d="399750" sp="300000"/>
                </a:custDash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2" name="任意多边形: 形状 111">
                <a:extLst>
                  <a:ext uri="{FF2B5EF4-FFF2-40B4-BE49-F238E27FC236}">
                    <a16:creationId xmlns:a16="http://schemas.microsoft.com/office/drawing/2014/main" id="{1A114C51-5941-462B-A82D-87A5A8C47F56}"/>
                  </a:ext>
                </a:extLst>
              </p:cNvPr>
              <p:cNvSpPr/>
              <p:nvPr/>
            </p:nvSpPr>
            <p:spPr>
              <a:xfrm>
                <a:off x="7927792" y="817471"/>
                <a:ext cx="487615" cy="923993"/>
              </a:xfrm>
              <a:custGeom>
                <a:avLst/>
                <a:gdLst>
                  <a:gd name="connsiteX0" fmla="*/ 0 w 587283"/>
                  <a:gd name="connsiteY0" fmla="*/ 36098 h 923992"/>
                  <a:gd name="connsiteX1" fmla="*/ 36098 w 587283"/>
                  <a:gd name="connsiteY1" fmla="*/ 0 h 923992"/>
                  <a:gd name="connsiteX2" fmla="*/ 551185 w 587283"/>
                  <a:gd name="connsiteY2" fmla="*/ 0 h 923992"/>
                  <a:gd name="connsiteX3" fmla="*/ 587283 w 587283"/>
                  <a:gd name="connsiteY3" fmla="*/ 36098 h 923992"/>
                  <a:gd name="connsiteX4" fmla="*/ 587283 w 587283"/>
                  <a:gd name="connsiteY4" fmla="*/ 887894 h 923992"/>
                  <a:gd name="connsiteX5" fmla="*/ 551185 w 587283"/>
                  <a:gd name="connsiteY5" fmla="*/ 923992 h 923992"/>
                  <a:gd name="connsiteX6" fmla="*/ 36098 w 587283"/>
                  <a:gd name="connsiteY6" fmla="*/ 923992 h 923992"/>
                  <a:gd name="connsiteX7" fmla="*/ 0 w 587283"/>
                  <a:gd name="connsiteY7" fmla="*/ 887894 h 923992"/>
                  <a:gd name="connsiteX8" fmla="*/ 0 w 587283"/>
                  <a:gd name="connsiteY8" fmla="*/ 36098 h 923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87283" h="923992">
                    <a:moveTo>
                      <a:pt x="0" y="36098"/>
                    </a:moveTo>
                    <a:cubicBezTo>
                      <a:pt x="0" y="16131"/>
                      <a:pt x="16131" y="0"/>
                      <a:pt x="36098" y="0"/>
                    </a:cubicBezTo>
                    <a:lnTo>
                      <a:pt x="551185" y="0"/>
                    </a:lnTo>
                    <a:cubicBezTo>
                      <a:pt x="571152" y="0"/>
                      <a:pt x="587283" y="16131"/>
                      <a:pt x="587283" y="36098"/>
                    </a:cubicBezTo>
                    <a:lnTo>
                      <a:pt x="587283" y="887894"/>
                    </a:lnTo>
                    <a:cubicBezTo>
                      <a:pt x="587283" y="907783"/>
                      <a:pt x="571152" y="923992"/>
                      <a:pt x="551185" y="923992"/>
                    </a:cubicBezTo>
                    <a:lnTo>
                      <a:pt x="36098" y="923992"/>
                    </a:lnTo>
                    <a:cubicBezTo>
                      <a:pt x="16131" y="923992"/>
                      <a:pt x="0" y="907862"/>
                      <a:pt x="0" y="887894"/>
                    </a:cubicBezTo>
                    <a:lnTo>
                      <a:pt x="0" y="36098"/>
                    </a:lnTo>
                    <a:close/>
                  </a:path>
                </a:pathLst>
              </a:custGeom>
              <a:noFill/>
              <a:ln w="10414" cap="flat">
                <a:solidFill>
                  <a:srgbClr val="1296DB"/>
                </a:solidFill>
                <a:custDash>
                  <a:ds d="399750" sp="300000"/>
                </a:custDash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3" name="任意多边形: 形状 112">
                <a:extLst>
                  <a:ext uri="{FF2B5EF4-FFF2-40B4-BE49-F238E27FC236}">
                    <a16:creationId xmlns:a16="http://schemas.microsoft.com/office/drawing/2014/main" id="{2CADF869-C84B-427C-A3AF-BA685CFBC85E}"/>
                  </a:ext>
                </a:extLst>
              </p:cNvPr>
              <p:cNvSpPr/>
              <p:nvPr/>
            </p:nvSpPr>
            <p:spPr>
              <a:xfrm>
                <a:off x="7828470" y="1717115"/>
                <a:ext cx="1224555" cy="71739"/>
              </a:xfrm>
              <a:custGeom>
                <a:avLst/>
                <a:gdLst>
                  <a:gd name="connsiteX0" fmla="*/ 0 w 1549096"/>
                  <a:gd name="connsiteY0" fmla="*/ 20907 h 62643"/>
                  <a:gd name="connsiteX1" fmla="*/ 1486453 w 1549096"/>
                  <a:gd name="connsiteY1" fmla="*/ 20907 h 62643"/>
                  <a:gd name="connsiteX2" fmla="*/ 1486453 w 1549096"/>
                  <a:gd name="connsiteY2" fmla="*/ 41815 h 62643"/>
                  <a:gd name="connsiteX3" fmla="*/ 0 w 1549096"/>
                  <a:gd name="connsiteY3" fmla="*/ 41815 h 62643"/>
                  <a:gd name="connsiteX4" fmla="*/ 0 w 1549096"/>
                  <a:gd name="connsiteY4" fmla="*/ 20907 h 62643"/>
                  <a:gd name="connsiteX5" fmla="*/ 1486453 w 1549096"/>
                  <a:gd name="connsiteY5" fmla="*/ 31322 h 62643"/>
                  <a:gd name="connsiteX6" fmla="*/ 1444638 w 1549096"/>
                  <a:gd name="connsiteY6" fmla="*/ 0 h 62643"/>
                  <a:gd name="connsiteX7" fmla="*/ 1549096 w 1549096"/>
                  <a:gd name="connsiteY7" fmla="*/ 31322 h 62643"/>
                  <a:gd name="connsiteX8" fmla="*/ 1444638 w 1549096"/>
                  <a:gd name="connsiteY8" fmla="*/ 62644 h 62643"/>
                  <a:gd name="connsiteX9" fmla="*/ 1486453 w 1549096"/>
                  <a:gd name="connsiteY9" fmla="*/ 31322 h 62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49096" h="62643">
                    <a:moveTo>
                      <a:pt x="0" y="20907"/>
                    </a:moveTo>
                    <a:lnTo>
                      <a:pt x="1486453" y="20907"/>
                    </a:lnTo>
                    <a:lnTo>
                      <a:pt x="1486453" y="41815"/>
                    </a:lnTo>
                    <a:lnTo>
                      <a:pt x="0" y="41815"/>
                    </a:lnTo>
                    <a:lnTo>
                      <a:pt x="0" y="20907"/>
                    </a:lnTo>
                    <a:close/>
                    <a:moveTo>
                      <a:pt x="1486453" y="31322"/>
                    </a:moveTo>
                    <a:lnTo>
                      <a:pt x="1444638" y="0"/>
                    </a:lnTo>
                    <a:lnTo>
                      <a:pt x="1549096" y="31322"/>
                    </a:lnTo>
                    <a:lnTo>
                      <a:pt x="1444638" y="62644"/>
                    </a:lnTo>
                    <a:lnTo>
                      <a:pt x="1486453" y="31322"/>
                    </a:lnTo>
                    <a:close/>
                  </a:path>
                </a:pathLst>
              </a:custGeom>
              <a:solidFill>
                <a:srgbClr val="000000"/>
              </a:solidFill>
              <a:ln w="78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55FDBE24-940F-431D-914F-1642BC1BF616}"/>
                  </a:ext>
                </a:extLst>
              </p:cNvPr>
              <p:cNvSpPr txBox="1"/>
              <p:nvPr/>
            </p:nvSpPr>
            <p:spPr>
              <a:xfrm>
                <a:off x="7765826" y="1769021"/>
                <a:ext cx="913687" cy="3139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altLang="zh-CN" sz="700" spc="0" baseline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Calibri"/>
                    <a:rtl val="0"/>
                  </a:rPr>
                  <a:t>Supported</a:t>
                </a:r>
                <a:endParaRPr lang="zh-CN" altLang="en-US" sz="700" spc="0" baseline="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  <a:rtl val="0"/>
                </a:endParaRPr>
              </a:p>
            </p:txBody>
          </p:sp>
        </p:grpSp>
      </p:grpSp>
      <p:sp>
        <p:nvSpPr>
          <p:cNvPr id="119" name="椭圆 118">
            <a:extLst>
              <a:ext uri="{FF2B5EF4-FFF2-40B4-BE49-F238E27FC236}">
                <a16:creationId xmlns:a16="http://schemas.microsoft.com/office/drawing/2014/main" id="{3FC3E1E3-62EC-4A58-8B18-D815AE4FA155}"/>
              </a:ext>
            </a:extLst>
          </p:cNvPr>
          <p:cNvSpPr/>
          <p:nvPr/>
        </p:nvSpPr>
        <p:spPr>
          <a:xfrm>
            <a:off x="1313598" y="3196844"/>
            <a:ext cx="252000" cy="252000"/>
          </a:xfrm>
          <a:prstGeom prst="ellipse">
            <a:avLst/>
          </a:prstGeom>
          <a:noFill/>
          <a:ln w="19050">
            <a:solidFill>
              <a:srgbClr val="FF3D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4FE959CF-5C41-4DA5-A5AA-458E92FA45E8}"/>
              </a:ext>
            </a:extLst>
          </p:cNvPr>
          <p:cNvSpPr txBox="1"/>
          <p:nvPr/>
        </p:nvSpPr>
        <p:spPr>
          <a:xfrm>
            <a:off x="1607814" y="31360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AA84C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Evidence-Calibrated Pair Construction</a:t>
            </a:r>
            <a:endParaRPr lang="zh-CN" altLang="en-US" sz="1800" b="1" dirty="0">
              <a:solidFill>
                <a:srgbClr val="AA84C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6" name="图片 125">
            <a:extLst>
              <a:ext uri="{FF2B5EF4-FFF2-40B4-BE49-F238E27FC236}">
                <a16:creationId xmlns:a16="http://schemas.microsoft.com/office/drawing/2014/main" id="{0A25A713-2AE9-48F3-9A69-78C707ED5A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658" y="3572535"/>
            <a:ext cx="2488820" cy="1112018"/>
          </a:xfrm>
          <a:prstGeom prst="rect">
            <a:avLst/>
          </a:prstGeom>
        </p:spPr>
      </p:pic>
      <p:sp>
        <p:nvSpPr>
          <p:cNvPr id="128" name="文本框 127">
            <a:extLst>
              <a:ext uri="{FF2B5EF4-FFF2-40B4-BE49-F238E27FC236}">
                <a16:creationId xmlns:a16="http://schemas.microsoft.com/office/drawing/2014/main" id="{E47A95D1-B946-461F-9F8D-D3ADBA27DCB5}"/>
              </a:ext>
            </a:extLst>
          </p:cNvPr>
          <p:cNvSpPr txBox="1"/>
          <p:nvPr/>
        </p:nvSpPr>
        <p:spPr>
          <a:xfrm>
            <a:off x="4120633" y="3771673"/>
            <a:ext cx="143986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Prompt: 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families?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9" name="直接箭头连接符 128">
            <a:extLst>
              <a:ext uri="{FF2B5EF4-FFF2-40B4-BE49-F238E27FC236}">
                <a16:creationId xmlns:a16="http://schemas.microsoft.com/office/drawing/2014/main" id="{332C1561-1EE3-4C49-8BF9-293E04B88C25}"/>
              </a:ext>
            </a:extLst>
          </p:cNvPr>
          <p:cNvCxnSpPr>
            <a:cxnSpLocks/>
          </p:cNvCxnSpPr>
          <p:nvPr/>
        </p:nvCxnSpPr>
        <p:spPr>
          <a:xfrm>
            <a:off x="5115844" y="4136652"/>
            <a:ext cx="532958" cy="0"/>
          </a:xfrm>
          <a:prstGeom prst="straightConnector1">
            <a:avLst/>
          </a:prstGeom>
          <a:ln w="25400">
            <a:solidFill>
              <a:srgbClr val="5A5A5A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矩形: 圆角 13">
            <a:extLst>
              <a:ext uri="{FF2B5EF4-FFF2-40B4-BE49-F238E27FC236}">
                <a16:creationId xmlns:a16="http://schemas.microsoft.com/office/drawing/2014/main" id="{AC05D0A5-F8C4-4040-99FE-B9378032CEFC}"/>
              </a:ext>
            </a:extLst>
          </p:cNvPr>
          <p:cNvSpPr/>
          <p:nvPr/>
        </p:nvSpPr>
        <p:spPr>
          <a:xfrm>
            <a:off x="5670689" y="3533917"/>
            <a:ext cx="1282254" cy="1231383"/>
          </a:xfrm>
          <a:custGeom>
            <a:avLst/>
            <a:gdLst>
              <a:gd name="connsiteX0" fmla="*/ 0 w 3900792"/>
              <a:gd name="connsiteY0" fmla="*/ 438564 h 2631331"/>
              <a:gd name="connsiteX1" fmla="*/ 438564 w 3900792"/>
              <a:gd name="connsiteY1" fmla="*/ 0 h 2631331"/>
              <a:gd name="connsiteX2" fmla="*/ 3462228 w 3900792"/>
              <a:gd name="connsiteY2" fmla="*/ 0 h 2631331"/>
              <a:gd name="connsiteX3" fmla="*/ 3900792 w 3900792"/>
              <a:gd name="connsiteY3" fmla="*/ 438564 h 2631331"/>
              <a:gd name="connsiteX4" fmla="*/ 3900792 w 3900792"/>
              <a:gd name="connsiteY4" fmla="*/ 2192767 h 2631331"/>
              <a:gd name="connsiteX5" fmla="*/ 3462228 w 3900792"/>
              <a:gd name="connsiteY5" fmla="*/ 2631331 h 2631331"/>
              <a:gd name="connsiteX6" fmla="*/ 438564 w 3900792"/>
              <a:gd name="connsiteY6" fmla="*/ 2631331 h 2631331"/>
              <a:gd name="connsiteX7" fmla="*/ 0 w 3900792"/>
              <a:gd name="connsiteY7" fmla="*/ 2192767 h 2631331"/>
              <a:gd name="connsiteX8" fmla="*/ 0 w 3900792"/>
              <a:gd name="connsiteY8" fmla="*/ 438564 h 2631331"/>
              <a:gd name="connsiteX0" fmla="*/ 0 w 3900792"/>
              <a:gd name="connsiteY0" fmla="*/ 438564 h 2631331"/>
              <a:gd name="connsiteX1" fmla="*/ 438564 w 3900792"/>
              <a:gd name="connsiteY1" fmla="*/ 0 h 2631331"/>
              <a:gd name="connsiteX2" fmla="*/ 3462228 w 3900792"/>
              <a:gd name="connsiteY2" fmla="*/ 0 h 2631331"/>
              <a:gd name="connsiteX3" fmla="*/ 3900792 w 3900792"/>
              <a:gd name="connsiteY3" fmla="*/ 438564 h 2631331"/>
              <a:gd name="connsiteX4" fmla="*/ 3900792 w 3900792"/>
              <a:gd name="connsiteY4" fmla="*/ 2192767 h 2631331"/>
              <a:gd name="connsiteX5" fmla="*/ 3462228 w 3900792"/>
              <a:gd name="connsiteY5" fmla="*/ 2631331 h 2631331"/>
              <a:gd name="connsiteX6" fmla="*/ 438564 w 3900792"/>
              <a:gd name="connsiteY6" fmla="*/ 2631331 h 2631331"/>
              <a:gd name="connsiteX7" fmla="*/ 0 w 3900792"/>
              <a:gd name="connsiteY7" fmla="*/ 2360407 h 2631331"/>
              <a:gd name="connsiteX8" fmla="*/ 0 w 3900792"/>
              <a:gd name="connsiteY8" fmla="*/ 438564 h 2631331"/>
              <a:gd name="connsiteX0" fmla="*/ 703 w 3901495"/>
              <a:gd name="connsiteY0" fmla="*/ 438564 h 2638951"/>
              <a:gd name="connsiteX1" fmla="*/ 439267 w 3901495"/>
              <a:gd name="connsiteY1" fmla="*/ 0 h 2638951"/>
              <a:gd name="connsiteX2" fmla="*/ 3462931 w 3901495"/>
              <a:gd name="connsiteY2" fmla="*/ 0 h 2638951"/>
              <a:gd name="connsiteX3" fmla="*/ 3901495 w 3901495"/>
              <a:gd name="connsiteY3" fmla="*/ 438564 h 2638951"/>
              <a:gd name="connsiteX4" fmla="*/ 3901495 w 3901495"/>
              <a:gd name="connsiteY4" fmla="*/ 2192767 h 2638951"/>
              <a:gd name="connsiteX5" fmla="*/ 3462931 w 3901495"/>
              <a:gd name="connsiteY5" fmla="*/ 2631331 h 2638951"/>
              <a:gd name="connsiteX6" fmla="*/ 218287 w 3901495"/>
              <a:gd name="connsiteY6" fmla="*/ 2638951 h 2638951"/>
              <a:gd name="connsiteX7" fmla="*/ 703 w 3901495"/>
              <a:gd name="connsiteY7" fmla="*/ 2360407 h 2638951"/>
              <a:gd name="connsiteX8" fmla="*/ 703 w 3901495"/>
              <a:gd name="connsiteY8" fmla="*/ 438564 h 2638951"/>
              <a:gd name="connsiteX0" fmla="*/ 703 w 3901495"/>
              <a:gd name="connsiteY0" fmla="*/ 263304 h 2638951"/>
              <a:gd name="connsiteX1" fmla="*/ 439267 w 3901495"/>
              <a:gd name="connsiteY1" fmla="*/ 0 h 2638951"/>
              <a:gd name="connsiteX2" fmla="*/ 3462931 w 3901495"/>
              <a:gd name="connsiteY2" fmla="*/ 0 h 2638951"/>
              <a:gd name="connsiteX3" fmla="*/ 3901495 w 3901495"/>
              <a:gd name="connsiteY3" fmla="*/ 438564 h 2638951"/>
              <a:gd name="connsiteX4" fmla="*/ 3901495 w 3901495"/>
              <a:gd name="connsiteY4" fmla="*/ 2192767 h 2638951"/>
              <a:gd name="connsiteX5" fmla="*/ 3462931 w 3901495"/>
              <a:gd name="connsiteY5" fmla="*/ 2631331 h 2638951"/>
              <a:gd name="connsiteX6" fmla="*/ 218287 w 3901495"/>
              <a:gd name="connsiteY6" fmla="*/ 2638951 h 2638951"/>
              <a:gd name="connsiteX7" fmla="*/ 703 w 3901495"/>
              <a:gd name="connsiteY7" fmla="*/ 2360407 h 2638951"/>
              <a:gd name="connsiteX8" fmla="*/ 703 w 3901495"/>
              <a:gd name="connsiteY8" fmla="*/ 263304 h 2638951"/>
              <a:gd name="connsiteX0" fmla="*/ 703 w 3901495"/>
              <a:gd name="connsiteY0" fmla="*/ 263304 h 2638951"/>
              <a:gd name="connsiteX1" fmla="*/ 256387 w 3901495"/>
              <a:gd name="connsiteY1" fmla="*/ 0 h 2638951"/>
              <a:gd name="connsiteX2" fmla="*/ 3462931 w 3901495"/>
              <a:gd name="connsiteY2" fmla="*/ 0 h 2638951"/>
              <a:gd name="connsiteX3" fmla="*/ 3901495 w 3901495"/>
              <a:gd name="connsiteY3" fmla="*/ 438564 h 2638951"/>
              <a:gd name="connsiteX4" fmla="*/ 3901495 w 3901495"/>
              <a:gd name="connsiteY4" fmla="*/ 2192767 h 2638951"/>
              <a:gd name="connsiteX5" fmla="*/ 3462931 w 3901495"/>
              <a:gd name="connsiteY5" fmla="*/ 2631331 h 2638951"/>
              <a:gd name="connsiteX6" fmla="*/ 218287 w 3901495"/>
              <a:gd name="connsiteY6" fmla="*/ 2638951 h 2638951"/>
              <a:gd name="connsiteX7" fmla="*/ 703 w 3901495"/>
              <a:gd name="connsiteY7" fmla="*/ 2360407 h 2638951"/>
              <a:gd name="connsiteX8" fmla="*/ 703 w 3901495"/>
              <a:gd name="connsiteY8" fmla="*/ 263304 h 2638951"/>
              <a:gd name="connsiteX0" fmla="*/ 703 w 3913454"/>
              <a:gd name="connsiteY0" fmla="*/ 263304 h 2638951"/>
              <a:gd name="connsiteX1" fmla="*/ 256387 w 3913454"/>
              <a:gd name="connsiteY1" fmla="*/ 0 h 2638951"/>
              <a:gd name="connsiteX2" fmla="*/ 3737251 w 3913454"/>
              <a:gd name="connsiteY2" fmla="*/ 0 h 2638951"/>
              <a:gd name="connsiteX3" fmla="*/ 3901495 w 3913454"/>
              <a:gd name="connsiteY3" fmla="*/ 438564 h 2638951"/>
              <a:gd name="connsiteX4" fmla="*/ 3901495 w 3913454"/>
              <a:gd name="connsiteY4" fmla="*/ 2192767 h 2638951"/>
              <a:gd name="connsiteX5" fmla="*/ 3462931 w 3913454"/>
              <a:gd name="connsiteY5" fmla="*/ 2631331 h 2638951"/>
              <a:gd name="connsiteX6" fmla="*/ 218287 w 3913454"/>
              <a:gd name="connsiteY6" fmla="*/ 2638951 h 2638951"/>
              <a:gd name="connsiteX7" fmla="*/ 703 w 3913454"/>
              <a:gd name="connsiteY7" fmla="*/ 2360407 h 2638951"/>
              <a:gd name="connsiteX8" fmla="*/ 703 w 3913454"/>
              <a:gd name="connsiteY8" fmla="*/ 263304 h 2638951"/>
              <a:gd name="connsiteX0" fmla="*/ 703 w 3924038"/>
              <a:gd name="connsiteY0" fmla="*/ 263304 h 2638951"/>
              <a:gd name="connsiteX1" fmla="*/ 256387 w 3924038"/>
              <a:gd name="connsiteY1" fmla="*/ 0 h 2638951"/>
              <a:gd name="connsiteX2" fmla="*/ 3737251 w 3924038"/>
              <a:gd name="connsiteY2" fmla="*/ 0 h 2638951"/>
              <a:gd name="connsiteX3" fmla="*/ 3916735 w 3924038"/>
              <a:gd name="connsiteY3" fmla="*/ 240444 h 2638951"/>
              <a:gd name="connsiteX4" fmla="*/ 3901495 w 3924038"/>
              <a:gd name="connsiteY4" fmla="*/ 2192767 h 2638951"/>
              <a:gd name="connsiteX5" fmla="*/ 3462931 w 3924038"/>
              <a:gd name="connsiteY5" fmla="*/ 2631331 h 2638951"/>
              <a:gd name="connsiteX6" fmla="*/ 218287 w 3924038"/>
              <a:gd name="connsiteY6" fmla="*/ 2638951 h 2638951"/>
              <a:gd name="connsiteX7" fmla="*/ 703 w 3924038"/>
              <a:gd name="connsiteY7" fmla="*/ 2360407 h 2638951"/>
              <a:gd name="connsiteX8" fmla="*/ 703 w 3924038"/>
              <a:gd name="connsiteY8" fmla="*/ 263304 h 2638951"/>
              <a:gd name="connsiteX0" fmla="*/ 703 w 3916735"/>
              <a:gd name="connsiteY0" fmla="*/ 263304 h 2638951"/>
              <a:gd name="connsiteX1" fmla="*/ 256387 w 3916735"/>
              <a:gd name="connsiteY1" fmla="*/ 0 h 2638951"/>
              <a:gd name="connsiteX2" fmla="*/ 3661051 w 3916735"/>
              <a:gd name="connsiteY2" fmla="*/ 0 h 2638951"/>
              <a:gd name="connsiteX3" fmla="*/ 3916735 w 3916735"/>
              <a:gd name="connsiteY3" fmla="*/ 240444 h 2638951"/>
              <a:gd name="connsiteX4" fmla="*/ 3901495 w 3916735"/>
              <a:gd name="connsiteY4" fmla="*/ 2192767 h 2638951"/>
              <a:gd name="connsiteX5" fmla="*/ 3462931 w 3916735"/>
              <a:gd name="connsiteY5" fmla="*/ 2631331 h 2638951"/>
              <a:gd name="connsiteX6" fmla="*/ 218287 w 3916735"/>
              <a:gd name="connsiteY6" fmla="*/ 2638951 h 2638951"/>
              <a:gd name="connsiteX7" fmla="*/ 703 w 3916735"/>
              <a:gd name="connsiteY7" fmla="*/ 2360407 h 2638951"/>
              <a:gd name="connsiteX8" fmla="*/ 703 w 3916735"/>
              <a:gd name="connsiteY8" fmla="*/ 263304 h 2638951"/>
              <a:gd name="connsiteX0" fmla="*/ 703 w 3916735"/>
              <a:gd name="connsiteY0" fmla="*/ 263304 h 2638951"/>
              <a:gd name="connsiteX1" fmla="*/ 256387 w 3916735"/>
              <a:gd name="connsiteY1" fmla="*/ 0 h 2638951"/>
              <a:gd name="connsiteX2" fmla="*/ 3661051 w 3916735"/>
              <a:gd name="connsiteY2" fmla="*/ 0 h 2638951"/>
              <a:gd name="connsiteX3" fmla="*/ 3916735 w 3916735"/>
              <a:gd name="connsiteY3" fmla="*/ 240444 h 2638951"/>
              <a:gd name="connsiteX4" fmla="*/ 3901495 w 3916735"/>
              <a:gd name="connsiteY4" fmla="*/ 2192767 h 2638951"/>
              <a:gd name="connsiteX5" fmla="*/ 3683911 w 3916735"/>
              <a:gd name="connsiteY5" fmla="*/ 2638951 h 2638951"/>
              <a:gd name="connsiteX6" fmla="*/ 218287 w 3916735"/>
              <a:gd name="connsiteY6" fmla="*/ 2638951 h 2638951"/>
              <a:gd name="connsiteX7" fmla="*/ 703 w 3916735"/>
              <a:gd name="connsiteY7" fmla="*/ 2360407 h 2638951"/>
              <a:gd name="connsiteX8" fmla="*/ 703 w 3916735"/>
              <a:gd name="connsiteY8" fmla="*/ 263304 h 2638951"/>
              <a:gd name="connsiteX0" fmla="*/ 703 w 3916735"/>
              <a:gd name="connsiteY0" fmla="*/ 263304 h 2641396"/>
              <a:gd name="connsiteX1" fmla="*/ 256387 w 3916735"/>
              <a:gd name="connsiteY1" fmla="*/ 0 h 2641396"/>
              <a:gd name="connsiteX2" fmla="*/ 3661051 w 3916735"/>
              <a:gd name="connsiteY2" fmla="*/ 0 h 2641396"/>
              <a:gd name="connsiteX3" fmla="*/ 3916735 w 3916735"/>
              <a:gd name="connsiteY3" fmla="*/ 240444 h 2641396"/>
              <a:gd name="connsiteX4" fmla="*/ 3893875 w 3916735"/>
              <a:gd name="connsiteY4" fmla="*/ 2436607 h 2641396"/>
              <a:gd name="connsiteX5" fmla="*/ 3683911 w 3916735"/>
              <a:gd name="connsiteY5" fmla="*/ 2638951 h 2641396"/>
              <a:gd name="connsiteX6" fmla="*/ 218287 w 3916735"/>
              <a:gd name="connsiteY6" fmla="*/ 2638951 h 2641396"/>
              <a:gd name="connsiteX7" fmla="*/ 703 w 3916735"/>
              <a:gd name="connsiteY7" fmla="*/ 2360407 h 2641396"/>
              <a:gd name="connsiteX8" fmla="*/ 703 w 3916735"/>
              <a:gd name="connsiteY8" fmla="*/ 263304 h 2641396"/>
              <a:gd name="connsiteX0" fmla="*/ 703 w 3916735"/>
              <a:gd name="connsiteY0" fmla="*/ 263304 h 2641396"/>
              <a:gd name="connsiteX1" fmla="*/ 256387 w 3916735"/>
              <a:gd name="connsiteY1" fmla="*/ 0 h 2641396"/>
              <a:gd name="connsiteX2" fmla="*/ 3661051 w 3916735"/>
              <a:gd name="connsiteY2" fmla="*/ 0 h 2641396"/>
              <a:gd name="connsiteX3" fmla="*/ 3916735 w 3916735"/>
              <a:gd name="connsiteY3" fmla="*/ 240444 h 2641396"/>
              <a:gd name="connsiteX4" fmla="*/ 3893875 w 3916735"/>
              <a:gd name="connsiteY4" fmla="*/ 2436607 h 2641396"/>
              <a:gd name="connsiteX5" fmla="*/ 3592471 w 3916735"/>
              <a:gd name="connsiteY5" fmla="*/ 2638951 h 2641396"/>
              <a:gd name="connsiteX6" fmla="*/ 218287 w 3916735"/>
              <a:gd name="connsiteY6" fmla="*/ 2638951 h 2641396"/>
              <a:gd name="connsiteX7" fmla="*/ 703 w 3916735"/>
              <a:gd name="connsiteY7" fmla="*/ 2360407 h 2641396"/>
              <a:gd name="connsiteX8" fmla="*/ 703 w 3916735"/>
              <a:gd name="connsiteY8" fmla="*/ 263304 h 2641396"/>
              <a:gd name="connsiteX0" fmla="*/ 703 w 3916735"/>
              <a:gd name="connsiteY0" fmla="*/ 263304 h 2638951"/>
              <a:gd name="connsiteX1" fmla="*/ 256387 w 3916735"/>
              <a:gd name="connsiteY1" fmla="*/ 0 h 2638951"/>
              <a:gd name="connsiteX2" fmla="*/ 3661051 w 3916735"/>
              <a:gd name="connsiteY2" fmla="*/ 0 h 2638951"/>
              <a:gd name="connsiteX3" fmla="*/ 3916735 w 3916735"/>
              <a:gd name="connsiteY3" fmla="*/ 240444 h 2638951"/>
              <a:gd name="connsiteX4" fmla="*/ 3893875 w 3916735"/>
              <a:gd name="connsiteY4" fmla="*/ 2352787 h 2638951"/>
              <a:gd name="connsiteX5" fmla="*/ 3592471 w 3916735"/>
              <a:gd name="connsiteY5" fmla="*/ 2638951 h 2638951"/>
              <a:gd name="connsiteX6" fmla="*/ 218287 w 3916735"/>
              <a:gd name="connsiteY6" fmla="*/ 2638951 h 2638951"/>
              <a:gd name="connsiteX7" fmla="*/ 703 w 3916735"/>
              <a:gd name="connsiteY7" fmla="*/ 2360407 h 2638951"/>
              <a:gd name="connsiteX8" fmla="*/ 703 w 3916735"/>
              <a:gd name="connsiteY8" fmla="*/ 263304 h 2638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16735" h="2638951">
                <a:moveTo>
                  <a:pt x="703" y="263304"/>
                </a:moveTo>
                <a:cubicBezTo>
                  <a:pt x="703" y="21092"/>
                  <a:pt x="14175" y="0"/>
                  <a:pt x="256387" y="0"/>
                </a:cubicBezTo>
                <a:lnTo>
                  <a:pt x="3661051" y="0"/>
                </a:lnTo>
                <a:cubicBezTo>
                  <a:pt x="3903263" y="0"/>
                  <a:pt x="3916735" y="-1768"/>
                  <a:pt x="3916735" y="240444"/>
                </a:cubicBezTo>
                <a:lnTo>
                  <a:pt x="3893875" y="2352787"/>
                </a:lnTo>
                <a:cubicBezTo>
                  <a:pt x="3893875" y="2594999"/>
                  <a:pt x="3834683" y="2638951"/>
                  <a:pt x="3592471" y="2638951"/>
                </a:cubicBezTo>
                <a:lnTo>
                  <a:pt x="218287" y="2638951"/>
                </a:lnTo>
                <a:cubicBezTo>
                  <a:pt x="-23925" y="2638951"/>
                  <a:pt x="703" y="2602619"/>
                  <a:pt x="703" y="2360407"/>
                </a:cubicBezTo>
                <a:lnTo>
                  <a:pt x="703" y="263304"/>
                </a:lnTo>
                <a:close/>
              </a:path>
            </a:pathLst>
          </a:custGeom>
          <a:noFill/>
          <a:ln w="19050">
            <a:solidFill>
              <a:srgbClr val="92D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AE40DF45-8E92-40A2-802E-C6B1D0195B86}"/>
                  </a:ext>
                </a:extLst>
              </p:cNvPr>
              <p:cNvSpPr txBox="1"/>
              <p:nvPr/>
            </p:nvSpPr>
            <p:spPr>
              <a:xfrm>
                <a:off x="5648802" y="3522938"/>
                <a:ext cx="13919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Chosen(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zh-CN" altLang="en-US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zh-CN" altLang="en-US" dirty="0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AE40DF45-8E92-40A2-802E-C6B1D0195B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8802" y="3522938"/>
                <a:ext cx="1391926" cy="369332"/>
              </a:xfrm>
              <a:prstGeom prst="rect">
                <a:avLst/>
              </a:prstGeom>
              <a:blipFill>
                <a:blip r:embed="rId7"/>
                <a:stretch>
                  <a:fillRect l="-3947"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任意多边形: 形状 131">
            <a:extLst>
              <a:ext uri="{FF2B5EF4-FFF2-40B4-BE49-F238E27FC236}">
                <a16:creationId xmlns:a16="http://schemas.microsoft.com/office/drawing/2014/main" id="{17674FF5-42A1-4C24-8599-0F1D7903A668}"/>
              </a:ext>
            </a:extLst>
          </p:cNvPr>
          <p:cNvSpPr/>
          <p:nvPr/>
        </p:nvSpPr>
        <p:spPr>
          <a:xfrm>
            <a:off x="5790302" y="3993667"/>
            <a:ext cx="144497" cy="144620"/>
          </a:xfrm>
          <a:custGeom>
            <a:avLst/>
            <a:gdLst>
              <a:gd name="connsiteX0" fmla="*/ 139353 w 144497"/>
              <a:gd name="connsiteY0" fmla="*/ 54893 h 144620"/>
              <a:gd name="connsiteX1" fmla="*/ 103020 w 144497"/>
              <a:gd name="connsiteY1" fmla="*/ 46750 h 144620"/>
              <a:gd name="connsiteX2" fmla="*/ 103959 w 144497"/>
              <a:gd name="connsiteY2" fmla="*/ 35709 h 144620"/>
              <a:gd name="connsiteX3" fmla="*/ 88298 w 144497"/>
              <a:gd name="connsiteY3" fmla="*/ 315 h 144620"/>
              <a:gd name="connsiteX4" fmla="*/ 77257 w 144497"/>
              <a:gd name="connsiteY4" fmla="*/ 1255 h 144620"/>
              <a:gd name="connsiteX5" fmla="*/ 66217 w 144497"/>
              <a:gd name="connsiteY5" fmla="*/ 20283 h 144620"/>
              <a:gd name="connsiteX6" fmla="*/ 65747 w 144497"/>
              <a:gd name="connsiteY6" fmla="*/ 36413 h 144620"/>
              <a:gd name="connsiteX7" fmla="*/ 54941 w 144497"/>
              <a:gd name="connsiteY7" fmla="*/ 49647 h 144620"/>
              <a:gd name="connsiteX8" fmla="*/ 34268 w 144497"/>
              <a:gd name="connsiteY8" fmla="*/ 56381 h 144620"/>
              <a:gd name="connsiteX9" fmla="*/ 1067 w 144497"/>
              <a:gd name="connsiteY9" fmla="*/ 62176 h 144620"/>
              <a:gd name="connsiteX10" fmla="*/ 363 w 144497"/>
              <a:gd name="connsiteY10" fmla="*/ 80734 h 144620"/>
              <a:gd name="connsiteX11" fmla="*/ 363 w 144497"/>
              <a:gd name="connsiteY11" fmla="*/ 123880 h 144620"/>
              <a:gd name="connsiteX12" fmla="*/ 4434 w 144497"/>
              <a:gd name="connsiteY12" fmla="*/ 142438 h 144620"/>
              <a:gd name="connsiteX13" fmla="*/ 38184 w 144497"/>
              <a:gd name="connsiteY13" fmla="*/ 144160 h 144620"/>
              <a:gd name="connsiteX14" fmla="*/ 38184 w 144497"/>
              <a:gd name="connsiteY14" fmla="*/ 63977 h 144620"/>
              <a:gd name="connsiteX15" fmla="*/ 73812 w 144497"/>
              <a:gd name="connsiteY15" fmla="*/ 38684 h 144620"/>
              <a:gd name="connsiteX16" fmla="*/ 80311 w 144497"/>
              <a:gd name="connsiteY16" fmla="*/ 9085 h 144620"/>
              <a:gd name="connsiteX17" fmla="*/ 95502 w 144497"/>
              <a:gd name="connsiteY17" fmla="*/ 40642 h 144620"/>
              <a:gd name="connsiteX18" fmla="*/ 94093 w 144497"/>
              <a:gd name="connsiteY18" fmla="*/ 55050 h 144620"/>
              <a:gd name="connsiteX19" fmla="*/ 94093 w 144497"/>
              <a:gd name="connsiteY19" fmla="*/ 55755 h 144620"/>
              <a:gd name="connsiteX20" fmla="*/ 133323 w 144497"/>
              <a:gd name="connsiteY20" fmla="*/ 60296 h 144620"/>
              <a:gd name="connsiteX21" fmla="*/ 134968 w 144497"/>
              <a:gd name="connsiteY21" fmla="*/ 81047 h 144620"/>
              <a:gd name="connsiteX22" fmla="*/ 109676 w 144497"/>
              <a:gd name="connsiteY22" fmla="*/ 132571 h 144620"/>
              <a:gd name="connsiteX23" fmla="*/ 93075 w 144497"/>
              <a:gd name="connsiteY23" fmla="*/ 135234 h 144620"/>
              <a:gd name="connsiteX24" fmla="*/ 50712 w 144497"/>
              <a:gd name="connsiteY24" fmla="*/ 135938 h 144620"/>
              <a:gd name="connsiteX25" fmla="*/ 50712 w 144497"/>
              <a:gd name="connsiteY25" fmla="*/ 144160 h 144620"/>
              <a:gd name="connsiteX26" fmla="*/ 108031 w 144497"/>
              <a:gd name="connsiteY26" fmla="*/ 143456 h 144620"/>
              <a:gd name="connsiteX27" fmla="*/ 119150 w 144497"/>
              <a:gd name="connsiteY27" fmla="*/ 134764 h 144620"/>
              <a:gd name="connsiteX28" fmla="*/ 127842 w 144497"/>
              <a:gd name="connsiteY28" fmla="*/ 118868 h 144620"/>
              <a:gd name="connsiteX29" fmla="*/ 143033 w 144497"/>
              <a:gd name="connsiteY29" fmla="*/ 83005 h 144620"/>
              <a:gd name="connsiteX30" fmla="*/ 139666 w 144497"/>
              <a:gd name="connsiteY30" fmla="*/ 55050 h 144620"/>
              <a:gd name="connsiteX31" fmla="*/ 29805 w 144497"/>
              <a:gd name="connsiteY31" fmla="*/ 135782 h 144620"/>
              <a:gd name="connsiteX32" fmla="*/ 9368 w 144497"/>
              <a:gd name="connsiteY32" fmla="*/ 135782 h 144620"/>
              <a:gd name="connsiteX33" fmla="*/ 8428 w 144497"/>
              <a:gd name="connsiteY33" fmla="*/ 116519 h 144620"/>
              <a:gd name="connsiteX34" fmla="*/ 8663 w 144497"/>
              <a:gd name="connsiteY34" fmla="*/ 65230 h 144620"/>
              <a:gd name="connsiteX35" fmla="*/ 29883 w 144497"/>
              <a:gd name="connsiteY35" fmla="*/ 64525 h 144620"/>
              <a:gd name="connsiteX36" fmla="*/ 29883 w 144497"/>
              <a:gd name="connsiteY36" fmla="*/ 135782 h 144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44497" h="144620">
                <a:moveTo>
                  <a:pt x="139353" y="54893"/>
                </a:moveTo>
                <a:cubicBezTo>
                  <a:pt x="132305" y="45732"/>
                  <a:pt x="118524" y="46358"/>
                  <a:pt x="103020" y="46750"/>
                </a:cubicBezTo>
                <a:cubicBezTo>
                  <a:pt x="103333" y="43069"/>
                  <a:pt x="103646" y="39389"/>
                  <a:pt x="103959" y="35709"/>
                </a:cubicBezTo>
                <a:cubicBezTo>
                  <a:pt x="106857" y="17620"/>
                  <a:pt x="103020" y="2978"/>
                  <a:pt x="88298" y="315"/>
                </a:cubicBezTo>
                <a:cubicBezTo>
                  <a:pt x="84618" y="-390"/>
                  <a:pt x="79998" y="159"/>
                  <a:pt x="77257" y="1255"/>
                </a:cubicBezTo>
                <a:cubicBezTo>
                  <a:pt x="69975" y="4230"/>
                  <a:pt x="67626" y="11356"/>
                  <a:pt x="66217" y="20283"/>
                </a:cubicBezTo>
                <a:cubicBezTo>
                  <a:pt x="65355" y="25608"/>
                  <a:pt x="66921" y="31715"/>
                  <a:pt x="65747" y="36413"/>
                </a:cubicBezTo>
                <a:cubicBezTo>
                  <a:pt x="64259" y="42365"/>
                  <a:pt x="59639" y="46828"/>
                  <a:pt x="54941" y="49647"/>
                </a:cubicBezTo>
                <a:cubicBezTo>
                  <a:pt x="49224" y="53014"/>
                  <a:pt x="41864" y="55128"/>
                  <a:pt x="34268" y="56381"/>
                </a:cubicBezTo>
                <a:cubicBezTo>
                  <a:pt x="22053" y="58417"/>
                  <a:pt x="5217" y="52231"/>
                  <a:pt x="1067" y="62176"/>
                </a:cubicBezTo>
                <a:cubicBezTo>
                  <a:pt x="-812" y="66561"/>
                  <a:pt x="363" y="75096"/>
                  <a:pt x="363" y="80734"/>
                </a:cubicBezTo>
                <a:lnTo>
                  <a:pt x="363" y="123880"/>
                </a:lnTo>
                <a:cubicBezTo>
                  <a:pt x="363" y="132102"/>
                  <a:pt x="-186" y="138992"/>
                  <a:pt x="4434" y="142438"/>
                </a:cubicBezTo>
                <a:cubicBezTo>
                  <a:pt x="9133" y="145883"/>
                  <a:pt x="29883" y="144239"/>
                  <a:pt x="38184" y="144160"/>
                </a:cubicBezTo>
                <a:lnTo>
                  <a:pt x="38184" y="63977"/>
                </a:lnTo>
                <a:cubicBezTo>
                  <a:pt x="53923" y="63115"/>
                  <a:pt x="70210" y="51918"/>
                  <a:pt x="73812" y="38684"/>
                </a:cubicBezTo>
                <a:cubicBezTo>
                  <a:pt x="76553" y="28661"/>
                  <a:pt x="71620" y="13001"/>
                  <a:pt x="80311" y="9085"/>
                </a:cubicBezTo>
                <a:cubicBezTo>
                  <a:pt x="98635" y="863"/>
                  <a:pt x="97460" y="28113"/>
                  <a:pt x="95502" y="40642"/>
                </a:cubicBezTo>
                <a:cubicBezTo>
                  <a:pt x="95033" y="45419"/>
                  <a:pt x="94563" y="50273"/>
                  <a:pt x="94093" y="55050"/>
                </a:cubicBezTo>
                <a:lnTo>
                  <a:pt x="94093" y="55755"/>
                </a:lnTo>
                <a:cubicBezTo>
                  <a:pt x="106935" y="55285"/>
                  <a:pt x="126903" y="51761"/>
                  <a:pt x="133323" y="60296"/>
                </a:cubicBezTo>
                <a:cubicBezTo>
                  <a:pt x="136847" y="64995"/>
                  <a:pt x="137004" y="74313"/>
                  <a:pt x="134968" y="81047"/>
                </a:cubicBezTo>
                <a:cubicBezTo>
                  <a:pt x="131209" y="93811"/>
                  <a:pt x="118211" y="125837"/>
                  <a:pt x="109676" y="132571"/>
                </a:cubicBezTo>
                <a:cubicBezTo>
                  <a:pt x="104586" y="136565"/>
                  <a:pt x="100827" y="133981"/>
                  <a:pt x="93075" y="135234"/>
                </a:cubicBezTo>
                <a:cubicBezTo>
                  <a:pt x="78980" y="135469"/>
                  <a:pt x="64807" y="135704"/>
                  <a:pt x="50712" y="135938"/>
                </a:cubicBezTo>
                <a:lnTo>
                  <a:pt x="50712" y="144160"/>
                </a:lnTo>
                <a:cubicBezTo>
                  <a:pt x="69819" y="143926"/>
                  <a:pt x="88925" y="143691"/>
                  <a:pt x="108031" y="143456"/>
                </a:cubicBezTo>
                <a:cubicBezTo>
                  <a:pt x="111868" y="142360"/>
                  <a:pt x="116801" y="137739"/>
                  <a:pt x="119150" y="134764"/>
                </a:cubicBezTo>
                <a:cubicBezTo>
                  <a:pt x="122831" y="130066"/>
                  <a:pt x="124710" y="124193"/>
                  <a:pt x="127842" y="118868"/>
                </a:cubicBezTo>
                <a:cubicBezTo>
                  <a:pt x="134028" y="108297"/>
                  <a:pt x="139510" y="95768"/>
                  <a:pt x="143033" y="83005"/>
                </a:cubicBezTo>
                <a:cubicBezTo>
                  <a:pt x="145774" y="73138"/>
                  <a:pt x="144678" y="61549"/>
                  <a:pt x="139666" y="55050"/>
                </a:cubicBezTo>
                <a:close/>
                <a:moveTo>
                  <a:pt x="29805" y="135782"/>
                </a:moveTo>
                <a:lnTo>
                  <a:pt x="9368" y="135782"/>
                </a:lnTo>
                <a:cubicBezTo>
                  <a:pt x="7018" y="132023"/>
                  <a:pt x="8428" y="122079"/>
                  <a:pt x="8428" y="116519"/>
                </a:cubicBezTo>
                <a:cubicBezTo>
                  <a:pt x="8506" y="99449"/>
                  <a:pt x="8585" y="82300"/>
                  <a:pt x="8663" y="65230"/>
                </a:cubicBezTo>
                <a:cubicBezTo>
                  <a:pt x="11873" y="63350"/>
                  <a:pt x="24872" y="64446"/>
                  <a:pt x="29883" y="64525"/>
                </a:cubicBezTo>
                <a:lnTo>
                  <a:pt x="29883" y="135782"/>
                </a:lnTo>
                <a:close/>
              </a:path>
            </a:pathLst>
          </a:custGeom>
          <a:solidFill>
            <a:srgbClr val="C5E5A1"/>
          </a:solidFill>
          <a:ln w="783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92B11896-8CB6-45AB-8C2F-A52BC11215B7}"/>
              </a:ext>
            </a:extLst>
          </p:cNvPr>
          <p:cNvSpPr txBox="1"/>
          <p:nvPr/>
        </p:nvSpPr>
        <p:spPr>
          <a:xfrm>
            <a:off x="5925983" y="3937479"/>
            <a:ext cx="100744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image shows a Union Organization table setup with 18,000 families.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矩形: 圆角 13">
            <a:extLst>
              <a:ext uri="{FF2B5EF4-FFF2-40B4-BE49-F238E27FC236}">
                <a16:creationId xmlns:a16="http://schemas.microsoft.com/office/drawing/2014/main" id="{7FCF3C10-4664-447C-AE67-1068E55AC031}"/>
              </a:ext>
            </a:extLst>
          </p:cNvPr>
          <p:cNvSpPr/>
          <p:nvPr/>
        </p:nvSpPr>
        <p:spPr>
          <a:xfrm>
            <a:off x="7159732" y="3533917"/>
            <a:ext cx="1282254" cy="1231383"/>
          </a:xfrm>
          <a:custGeom>
            <a:avLst/>
            <a:gdLst>
              <a:gd name="connsiteX0" fmla="*/ 0 w 3900792"/>
              <a:gd name="connsiteY0" fmla="*/ 438564 h 2631331"/>
              <a:gd name="connsiteX1" fmla="*/ 438564 w 3900792"/>
              <a:gd name="connsiteY1" fmla="*/ 0 h 2631331"/>
              <a:gd name="connsiteX2" fmla="*/ 3462228 w 3900792"/>
              <a:gd name="connsiteY2" fmla="*/ 0 h 2631331"/>
              <a:gd name="connsiteX3" fmla="*/ 3900792 w 3900792"/>
              <a:gd name="connsiteY3" fmla="*/ 438564 h 2631331"/>
              <a:gd name="connsiteX4" fmla="*/ 3900792 w 3900792"/>
              <a:gd name="connsiteY4" fmla="*/ 2192767 h 2631331"/>
              <a:gd name="connsiteX5" fmla="*/ 3462228 w 3900792"/>
              <a:gd name="connsiteY5" fmla="*/ 2631331 h 2631331"/>
              <a:gd name="connsiteX6" fmla="*/ 438564 w 3900792"/>
              <a:gd name="connsiteY6" fmla="*/ 2631331 h 2631331"/>
              <a:gd name="connsiteX7" fmla="*/ 0 w 3900792"/>
              <a:gd name="connsiteY7" fmla="*/ 2192767 h 2631331"/>
              <a:gd name="connsiteX8" fmla="*/ 0 w 3900792"/>
              <a:gd name="connsiteY8" fmla="*/ 438564 h 2631331"/>
              <a:gd name="connsiteX0" fmla="*/ 0 w 3900792"/>
              <a:gd name="connsiteY0" fmla="*/ 438564 h 2631331"/>
              <a:gd name="connsiteX1" fmla="*/ 438564 w 3900792"/>
              <a:gd name="connsiteY1" fmla="*/ 0 h 2631331"/>
              <a:gd name="connsiteX2" fmla="*/ 3462228 w 3900792"/>
              <a:gd name="connsiteY2" fmla="*/ 0 h 2631331"/>
              <a:gd name="connsiteX3" fmla="*/ 3900792 w 3900792"/>
              <a:gd name="connsiteY3" fmla="*/ 438564 h 2631331"/>
              <a:gd name="connsiteX4" fmla="*/ 3900792 w 3900792"/>
              <a:gd name="connsiteY4" fmla="*/ 2192767 h 2631331"/>
              <a:gd name="connsiteX5" fmla="*/ 3462228 w 3900792"/>
              <a:gd name="connsiteY5" fmla="*/ 2631331 h 2631331"/>
              <a:gd name="connsiteX6" fmla="*/ 438564 w 3900792"/>
              <a:gd name="connsiteY6" fmla="*/ 2631331 h 2631331"/>
              <a:gd name="connsiteX7" fmla="*/ 0 w 3900792"/>
              <a:gd name="connsiteY7" fmla="*/ 2360407 h 2631331"/>
              <a:gd name="connsiteX8" fmla="*/ 0 w 3900792"/>
              <a:gd name="connsiteY8" fmla="*/ 438564 h 2631331"/>
              <a:gd name="connsiteX0" fmla="*/ 703 w 3901495"/>
              <a:gd name="connsiteY0" fmla="*/ 438564 h 2638951"/>
              <a:gd name="connsiteX1" fmla="*/ 439267 w 3901495"/>
              <a:gd name="connsiteY1" fmla="*/ 0 h 2638951"/>
              <a:gd name="connsiteX2" fmla="*/ 3462931 w 3901495"/>
              <a:gd name="connsiteY2" fmla="*/ 0 h 2638951"/>
              <a:gd name="connsiteX3" fmla="*/ 3901495 w 3901495"/>
              <a:gd name="connsiteY3" fmla="*/ 438564 h 2638951"/>
              <a:gd name="connsiteX4" fmla="*/ 3901495 w 3901495"/>
              <a:gd name="connsiteY4" fmla="*/ 2192767 h 2638951"/>
              <a:gd name="connsiteX5" fmla="*/ 3462931 w 3901495"/>
              <a:gd name="connsiteY5" fmla="*/ 2631331 h 2638951"/>
              <a:gd name="connsiteX6" fmla="*/ 218287 w 3901495"/>
              <a:gd name="connsiteY6" fmla="*/ 2638951 h 2638951"/>
              <a:gd name="connsiteX7" fmla="*/ 703 w 3901495"/>
              <a:gd name="connsiteY7" fmla="*/ 2360407 h 2638951"/>
              <a:gd name="connsiteX8" fmla="*/ 703 w 3901495"/>
              <a:gd name="connsiteY8" fmla="*/ 438564 h 2638951"/>
              <a:gd name="connsiteX0" fmla="*/ 703 w 3901495"/>
              <a:gd name="connsiteY0" fmla="*/ 263304 h 2638951"/>
              <a:gd name="connsiteX1" fmla="*/ 439267 w 3901495"/>
              <a:gd name="connsiteY1" fmla="*/ 0 h 2638951"/>
              <a:gd name="connsiteX2" fmla="*/ 3462931 w 3901495"/>
              <a:gd name="connsiteY2" fmla="*/ 0 h 2638951"/>
              <a:gd name="connsiteX3" fmla="*/ 3901495 w 3901495"/>
              <a:gd name="connsiteY3" fmla="*/ 438564 h 2638951"/>
              <a:gd name="connsiteX4" fmla="*/ 3901495 w 3901495"/>
              <a:gd name="connsiteY4" fmla="*/ 2192767 h 2638951"/>
              <a:gd name="connsiteX5" fmla="*/ 3462931 w 3901495"/>
              <a:gd name="connsiteY5" fmla="*/ 2631331 h 2638951"/>
              <a:gd name="connsiteX6" fmla="*/ 218287 w 3901495"/>
              <a:gd name="connsiteY6" fmla="*/ 2638951 h 2638951"/>
              <a:gd name="connsiteX7" fmla="*/ 703 w 3901495"/>
              <a:gd name="connsiteY7" fmla="*/ 2360407 h 2638951"/>
              <a:gd name="connsiteX8" fmla="*/ 703 w 3901495"/>
              <a:gd name="connsiteY8" fmla="*/ 263304 h 2638951"/>
              <a:gd name="connsiteX0" fmla="*/ 703 w 3901495"/>
              <a:gd name="connsiteY0" fmla="*/ 263304 h 2638951"/>
              <a:gd name="connsiteX1" fmla="*/ 256387 w 3901495"/>
              <a:gd name="connsiteY1" fmla="*/ 0 h 2638951"/>
              <a:gd name="connsiteX2" fmla="*/ 3462931 w 3901495"/>
              <a:gd name="connsiteY2" fmla="*/ 0 h 2638951"/>
              <a:gd name="connsiteX3" fmla="*/ 3901495 w 3901495"/>
              <a:gd name="connsiteY3" fmla="*/ 438564 h 2638951"/>
              <a:gd name="connsiteX4" fmla="*/ 3901495 w 3901495"/>
              <a:gd name="connsiteY4" fmla="*/ 2192767 h 2638951"/>
              <a:gd name="connsiteX5" fmla="*/ 3462931 w 3901495"/>
              <a:gd name="connsiteY5" fmla="*/ 2631331 h 2638951"/>
              <a:gd name="connsiteX6" fmla="*/ 218287 w 3901495"/>
              <a:gd name="connsiteY6" fmla="*/ 2638951 h 2638951"/>
              <a:gd name="connsiteX7" fmla="*/ 703 w 3901495"/>
              <a:gd name="connsiteY7" fmla="*/ 2360407 h 2638951"/>
              <a:gd name="connsiteX8" fmla="*/ 703 w 3901495"/>
              <a:gd name="connsiteY8" fmla="*/ 263304 h 2638951"/>
              <a:gd name="connsiteX0" fmla="*/ 703 w 3913454"/>
              <a:gd name="connsiteY0" fmla="*/ 263304 h 2638951"/>
              <a:gd name="connsiteX1" fmla="*/ 256387 w 3913454"/>
              <a:gd name="connsiteY1" fmla="*/ 0 h 2638951"/>
              <a:gd name="connsiteX2" fmla="*/ 3737251 w 3913454"/>
              <a:gd name="connsiteY2" fmla="*/ 0 h 2638951"/>
              <a:gd name="connsiteX3" fmla="*/ 3901495 w 3913454"/>
              <a:gd name="connsiteY3" fmla="*/ 438564 h 2638951"/>
              <a:gd name="connsiteX4" fmla="*/ 3901495 w 3913454"/>
              <a:gd name="connsiteY4" fmla="*/ 2192767 h 2638951"/>
              <a:gd name="connsiteX5" fmla="*/ 3462931 w 3913454"/>
              <a:gd name="connsiteY5" fmla="*/ 2631331 h 2638951"/>
              <a:gd name="connsiteX6" fmla="*/ 218287 w 3913454"/>
              <a:gd name="connsiteY6" fmla="*/ 2638951 h 2638951"/>
              <a:gd name="connsiteX7" fmla="*/ 703 w 3913454"/>
              <a:gd name="connsiteY7" fmla="*/ 2360407 h 2638951"/>
              <a:gd name="connsiteX8" fmla="*/ 703 w 3913454"/>
              <a:gd name="connsiteY8" fmla="*/ 263304 h 2638951"/>
              <a:gd name="connsiteX0" fmla="*/ 703 w 3924038"/>
              <a:gd name="connsiteY0" fmla="*/ 263304 h 2638951"/>
              <a:gd name="connsiteX1" fmla="*/ 256387 w 3924038"/>
              <a:gd name="connsiteY1" fmla="*/ 0 h 2638951"/>
              <a:gd name="connsiteX2" fmla="*/ 3737251 w 3924038"/>
              <a:gd name="connsiteY2" fmla="*/ 0 h 2638951"/>
              <a:gd name="connsiteX3" fmla="*/ 3916735 w 3924038"/>
              <a:gd name="connsiteY3" fmla="*/ 240444 h 2638951"/>
              <a:gd name="connsiteX4" fmla="*/ 3901495 w 3924038"/>
              <a:gd name="connsiteY4" fmla="*/ 2192767 h 2638951"/>
              <a:gd name="connsiteX5" fmla="*/ 3462931 w 3924038"/>
              <a:gd name="connsiteY5" fmla="*/ 2631331 h 2638951"/>
              <a:gd name="connsiteX6" fmla="*/ 218287 w 3924038"/>
              <a:gd name="connsiteY6" fmla="*/ 2638951 h 2638951"/>
              <a:gd name="connsiteX7" fmla="*/ 703 w 3924038"/>
              <a:gd name="connsiteY7" fmla="*/ 2360407 h 2638951"/>
              <a:gd name="connsiteX8" fmla="*/ 703 w 3924038"/>
              <a:gd name="connsiteY8" fmla="*/ 263304 h 2638951"/>
              <a:gd name="connsiteX0" fmla="*/ 703 w 3916735"/>
              <a:gd name="connsiteY0" fmla="*/ 263304 h 2638951"/>
              <a:gd name="connsiteX1" fmla="*/ 256387 w 3916735"/>
              <a:gd name="connsiteY1" fmla="*/ 0 h 2638951"/>
              <a:gd name="connsiteX2" fmla="*/ 3661051 w 3916735"/>
              <a:gd name="connsiteY2" fmla="*/ 0 h 2638951"/>
              <a:gd name="connsiteX3" fmla="*/ 3916735 w 3916735"/>
              <a:gd name="connsiteY3" fmla="*/ 240444 h 2638951"/>
              <a:gd name="connsiteX4" fmla="*/ 3901495 w 3916735"/>
              <a:gd name="connsiteY4" fmla="*/ 2192767 h 2638951"/>
              <a:gd name="connsiteX5" fmla="*/ 3462931 w 3916735"/>
              <a:gd name="connsiteY5" fmla="*/ 2631331 h 2638951"/>
              <a:gd name="connsiteX6" fmla="*/ 218287 w 3916735"/>
              <a:gd name="connsiteY6" fmla="*/ 2638951 h 2638951"/>
              <a:gd name="connsiteX7" fmla="*/ 703 w 3916735"/>
              <a:gd name="connsiteY7" fmla="*/ 2360407 h 2638951"/>
              <a:gd name="connsiteX8" fmla="*/ 703 w 3916735"/>
              <a:gd name="connsiteY8" fmla="*/ 263304 h 2638951"/>
              <a:gd name="connsiteX0" fmla="*/ 703 w 3916735"/>
              <a:gd name="connsiteY0" fmla="*/ 263304 h 2638951"/>
              <a:gd name="connsiteX1" fmla="*/ 256387 w 3916735"/>
              <a:gd name="connsiteY1" fmla="*/ 0 h 2638951"/>
              <a:gd name="connsiteX2" fmla="*/ 3661051 w 3916735"/>
              <a:gd name="connsiteY2" fmla="*/ 0 h 2638951"/>
              <a:gd name="connsiteX3" fmla="*/ 3916735 w 3916735"/>
              <a:gd name="connsiteY3" fmla="*/ 240444 h 2638951"/>
              <a:gd name="connsiteX4" fmla="*/ 3901495 w 3916735"/>
              <a:gd name="connsiteY4" fmla="*/ 2192767 h 2638951"/>
              <a:gd name="connsiteX5" fmla="*/ 3683911 w 3916735"/>
              <a:gd name="connsiteY5" fmla="*/ 2638951 h 2638951"/>
              <a:gd name="connsiteX6" fmla="*/ 218287 w 3916735"/>
              <a:gd name="connsiteY6" fmla="*/ 2638951 h 2638951"/>
              <a:gd name="connsiteX7" fmla="*/ 703 w 3916735"/>
              <a:gd name="connsiteY7" fmla="*/ 2360407 h 2638951"/>
              <a:gd name="connsiteX8" fmla="*/ 703 w 3916735"/>
              <a:gd name="connsiteY8" fmla="*/ 263304 h 2638951"/>
              <a:gd name="connsiteX0" fmla="*/ 703 w 3916735"/>
              <a:gd name="connsiteY0" fmla="*/ 263304 h 2641396"/>
              <a:gd name="connsiteX1" fmla="*/ 256387 w 3916735"/>
              <a:gd name="connsiteY1" fmla="*/ 0 h 2641396"/>
              <a:gd name="connsiteX2" fmla="*/ 3661051 w 3916735"/>
              <a:gd name="connsiteY2" fmla="*/ 0 h 2641396"/>
              <a:gd name="connsiteX3" fmla="*/ 3916735 w 3916735"/>
              <a:gd name="connsiteY3" fmla="*/ 240444 h 2641396"/>
              <a:gd name="connsiteX4" fmla="*/ 3893875 w 3916735"/>
              <a:gd name="connsiteY4" fmla="*/ 2436607 h 2641396"/>
              <a:gd name="connsiteX5" fmla="*/ 3683911 w 3916735"/>
              <a:gd name="connsiteY5" fmla="*/ 2638951 h 2641396"/>
              <a:gd name="connsiteX6" fmla="*/ 218287 w 3916735"/>
              <a:gd name="connsiteY6" fmla="*/ 2638951 h 2641396"/>
              <a:gd name="connsiteX7" fmla="*/ 703 w 3916735"/>
              <a:gd name="connsiteY7" fmla="*/ 2360407 h 2641396"/>
              <a:gd name="connsiteX8" fmla="*/ 703 w 3916735"/>
              <a:gd name="connsiteY8" fmla="*/ 263304 h 2641396"/>
              <a:gd name="connsiteX0" fmla="*/ 703 w 3916735"/>
              <a:gd name="connsiteY0" fmla="*/ 263304 h 2641396"/>
              <a:gd name="connsiteX1" fmla="*/ 256387 w 3916735"/>
              <a:gd name="connsiteY1" fmla="*/ 0 h 2641396"/>
              <a:gd name="connsiteX2" fmla="*/ 3661051 w 3916735"/>
              <a:gd name="connsiteY2" fmla="*/ 0 h 2641396"/>
              <a:gd name="connsiteX3" fmla="*/ 3916735 w 3916735"/>
              <a:gd name="connsiteY3" fmla="*/ 240444 h 2641396"/>
              <a:gd name="connsiteX4" fmla="*/ 3893875 w 3916735"/>
              <a:gd name="connsiteY4" fmla="*/ 2436607 h 2641396"/>
              <a:gd name="connsiteX5" fmla="*/ 3592471 w 3916735"/>
              <a:gd name="connsiteY5" fmla="*/ 2638951 h 2641396"/>
              <a:gd name="connsiteX6" fmla="*/ 218287 w 3916735"/>
              <a:gd name="connsiteY6" fmla="*/ 2638951 h 2641396"/>
              <a:gd name="connsiteX7" fmla="*/ 703 w 3916735"/>
              <a:gd name="connsiteY7" fmla="*/ 2360407 h 2641396"/>
              <a:gd name="connsiteX8" fmla="*/ 703 w 3916735"/>
              <a:gd name="connsiteY8" fmla="*/ 263304 h 2641396"/>
              <a:gd name="connsiteX0" fmla="*/ 703 w 3916735"/>
              <a:gd name="connsiteY0" fmla="*/ 263304 h 2638951"/>
              <a:gd name="connsiteX1" fmla="*/ 256387 w 3916735"/>
              <a:gd name="connsiteY1" fmla="*/ 0 h 2638951"/>
              <a:gd name="connsiteX2" fmla="*/ 3661051 w 3916735"/>
              <a:gd name="connsiteY2" fmla="*/ 0 h 2638951"/>
              <a:gd name="connsiteX3" fmla="*/ 3916735 w 3916735"/>
              <a:gd name="connsiteY3" fmla="*/ 240444 h 2638951"/>
              <a:gd name="connsiteX4" fmla="*/ 3893875 w 3916735"/>
              <a:gd name="connsiteY4" fmla="*/ 2352787 h 2638951"/>
              <a:gd name="connsiteX5" fmla="*/ 3592471 w 3916735"/>
              <a:gd name="connsiteY5" fmla="*/ 2638951 h 2638951"/>
              <a:gd name="connsiteX6" fmla="*/ 218287 w 3916735"/>
              <a:gd name="connsiteY6" fmla="*/ 2638951 h 2638951"/>
              <a:gd name="connsiteX7" fmla="*/ 703 w 3916735"/>
              <a:gd name="connsiteY7" fmla="*/ 2360407 h 2638951"/>
              <a:gd name="connsiteX8" fmla="*/ 703 w 3916735"/>
              <a:gd name="connsiteY8" fmla="*/ 263304 h 2638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16735" h="2638951">
                <a:moveTo>
                  <a:pt x="703" y="263304"/>
                </a:moveTo>
                <a:cubicBezTo>
                  <a:pt x="703" y="21092"/>
                  <a:pt x="14175" y="0"/>
                  <a:pt x="256387" y="0"/>
                </a:cubicBezTo>
                <a:lnTo>
                  <a:pt x="3661051" y="0"/>
                </a:lnTo>
                <a:cubicBezTo>
                  <a:pt x="3903263" y="0"/>
                  <a:pt x="3916735" y="-1768"/>
                  <a:pt x="3916735" y="240444"/>
                </a:cubicBezTo>
                <a:lnTo>
                  <a:pt x="3893875" y="2352787"/>
                </a:lnTo>
                <a:cubicBezTo>
                  <a:pt x="3893875" y="2594999"/>
                  <a:pt x="3834683" y="2638951"/>
                  <a:pt x="3592471" y="2638951"/>
                </a:cubicBezTo>
                <a:lnTo>
                  <a:pt x="218287" y="2638951"/>
                </a:lnTo>
                <a:cubicBezTo>
                  <a:pt x="-23925" y="2638951"/>
                  <a:pt x="703" y="2602619"/>
                  <a:pt x="703" y="2360407"/>
                </a:cubicBezTo>
                <a:lnTo>
                  <a:pt x="703" y="263304"/>
                </a:lnTo>
                <a:close/>
              </a:path>
            </a:pathLst>
          </a:cu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184CBB1E-C6F2-4D5F-BB88-9D3FD763352B}"/>
                  </a:ext>
                </a:extLst>
              </p:cNvPr>
              <p:cNvSpPr txBox="1"/>
              <p:nvPr/>
            </p:nvSpPr>
            <p:spPr>
              <a:xfrm>
                <a:off x="7137845" y="3522938"/>
                <a:ext cx="13919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Rejected(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184CBB1E-C6F2-4D5F-BB88-9D3FD76335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7845" y="3522938"/>
                <a:ext cx="1391926" cy="369332"/>
              </a:xfrm>
              <a:prstGeom prst="rect">
                <a:avLst/>
              </a:prstGeom>
              <a:blipFill>
                <a:blip r:embed="rId8"/>
                <a:stretch>
                  <a:fillRect l="-3947" t="-10000" r="-439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文本框 102">
            <a:extLst>
              <a:ext uri="{FF2B5EF4-FFF2-40B4-BE49-F238E27FC236}">
                <a16:creationId xmlns:a16="http://schemas.microsoft.com/office/drawing/2014/main" id="{64C6BC31-A7F0-48C0-AB26-0993BA07BCBE}"/>
              </a:ext>
            </a:extLst>
          </p:cNvPr>
          <p:cNvSpPr txBox="1"/>
          <p:nvPr/>
        </p:nvSpPr>
        <p:spPr>
          <a:xfrm>
            <a:off x="7415026" y="3937479"/>
            <a:ext cx="10074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image does not provide any information about families.</a:t>
            </a:r>
            <a:endParaRPr lang="zh-CN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任意多边形: 形状 113">
            <a:extLst>
              <a:ext uri="{FF2B5EF4-FFF2-40B4-BE49-F238E27FC236}">
                <a16:creationId xmlns:a16="http://schemas.microsoft.com/office/drawing/2014/main" id="{D51947C0-ED73-4515-BB65-0409DB9F067E}"/>
              </a:ext>
            </a:extLst>
          </p:cNvPr>
          <p:cNvSpPr/>
          <p:nvPr/>
        </p:nvSpPr>
        <p:spPr>
          <a:xfrm>
            <a:off x="7264010" y="4000444"/>
            <a:ext cx="144419" cy="144620"/>
          </a:xfrm>
          <a:custGeom>
            <a:avLst/>
            <a:gdLst>
              <a:gd name="connsiteX0" fmla="*/ 5067 w 144419"/>
              <a:gd name="connsiteY0" fmla="*/ 89727 h 144620"/>
              <a:gd name="connsiteX1" fmla="*/ 41400 w 144419"/>
              <a:gd name="connsiteY1" fmla="*/ 97871 h 144620"/>
              <a:gd name="connsiteX2" fmla="*/ 40460 w 144419"/>
              <a:gd name="connsiteY2" fmla="*/ 108912 h 144620"/>
              <a:gd name="connsiteX3" fmla="*/ 56121 w 144419"/>
              <a:gd name="connsiteY3" fmla="*/ 144305 h 144620"/>
              <a:gd name="connsiteX4" fmla="*/ 67162 w 144419"/>
              <a:gd name="connsiteY4" fmla="*/ 143366 h 144620"/>
              <a:gd name="connsiteX5" fmla="*/ 78203 w 144419"/>
              <a:gd name="connsiteY5" fmla="*/ 124338 h 144620"/>
              <a:gd name="connsiteX6" fmla="*/ 78673 w 144419"/>
              <a:gd name="connsiteY6" fmla="*/ 108207 h 144620"/>
              <a:gd name="connsiteX7" fmla="*/ 89479 w 144419"/>
              <a:gd name="connsiteY7" fmla="*/ 94974 h 144620"/>
              <a:gd name="connsiteX8" fmla="*/ 110151 w 144419"/>
              <a:gd name="connsiteY8" fmla="*/ 88240 h 144620"/>
              <a:gd name="connsiteX9" fmla="*/ 143352 w 144419"/>
              <a:gd name="connsiteY9" fmla="*/ 82445 h 144620"/>
              <a:gd name="connsiteX10" fmla="*/ 144057 w 144419"/>
              <a:gd name="connsiteY10" fmla="*/ 63887 h 144620"/>
              <a:gd name="connsiteX11" fmla="*/ 144057 w 144419"/>
              <a:gd name="connsiteY11" fmla="*/ 20741 h 144620"/>
              <a:gd name="connsiteX12" fmla="*/ 139985 w 144419"/>
              <a:gd name="connsiteY12" fmla="*/ 2183 h 144620"/>
              <a:gd name="connsiteX13" fmla="*/ 106236 w 144419"/>
              <a:gd name="connsiteY13" fmla="*/ 460 h 144620"/>
              <a:gd name="connsiteX14" fmla="*/ 106236 w 144419"/>
              <a:gd name="connsiteY14" fmla="*/ 80644 h 144620"/>
              <a:gd name="connsiteX15" fmla="*/ 70608 w 144419"/>
              <a:gd name="connsiteY15" fmla="*/ 105936 h 144620"/>
              <a:gd name="connsiteX16" fmla="*/ 64108 w 144419"/>
              <a:gd name="connsiteY16" fmla="*/ 135535 h 144620"/>
              <a:gd name="connsiteX17" fmla="*/ 48917 w 144419"/>
              <a:gd name="connsiteY17" fmla="*/ 103979 h 144620"/>
              <a:gd name="connsiteX18" fmla="*/ 50405 w 144419"/>
              <a:gd name="connsiteY18" fmla="*/ 89571 h 144620"/>
              <a:gd name="connsiteX19" fmla="*/ 50405 w 144419"/>
              <a:gd name="connsiteY19" fmla="*/ 88866 h 144620"/>
              <a:gd name="connsiteX20" fmla="*/ 11174 w 144419"/>
              <a:gd name="connsiteY20" fmla="*/ 84324 h 144620"/>
              <a:gd name="connsiteX21" fmla="*/ 9452 w 144419"/>
              <a:gd name="connsiteY21" fmla="*/ 63574 h 144620"/>
              <a:gd name="connsiteX22" fmla="*/ 34744 w 144419"/>
              <a:gd name="connsiteY22" fmla="*/ 12049 h 144620"/>
              <a:gd name="connsiteX23" fmla="*/ 51345 w 144419"/>
              <a:gd name="connsiteY23" fmla="*/ 9387 h 144620"/>
              <a:gd name="connsiteX24" fmla="*/ 93707 w 144419"/>
              <a:gd name="connsiteY24" fmla="*/ 8682 h 144620"/>
              <a:gd name="connsiteX25" fmla="*/ 93707 w 144419"/>
              <a:gd name="connsiteY25" fmla="*/ 460 h 144620"/>
              <a:gd name="connsiteX26" fmla="*/ 36388 w 144419"/>
              <a:gd name="connsiteY26" fmla="*/ 1165 h 144620"/>
              <a:gd name="connsiteX27" fmla="*/ 25348 w 144419"/>
              <a:gd name="connsiteY27" fmla="*/ 9857 h 144620"/>
              <a:gd name="connsiteX28" fmla="*/ 16656 w 144419"/>
              <a:gd name="connsiteY28" fmla="*/ 25752 h 144620"/>
              <a:gd name="connsiteX29" fmla="*/ 1465 w 144419"/>
              <a:gd name="connsiteY29" fmla="*/ 61616 h 144620"/>
              <a:gd name="connsiteX30" fmla="*/ 4832 w 144419"/>
              <a:gd name="connsiteY30" fmla="*/ 89571 h 144620"/>
              <a:gd name="connsiteX31" fmla="*/ 114615 w 144419"/>
              <a:gd name="connsiteY31" fmla="*/ 8839 h 144620"/>
              <a:gd name="connsiteX32" fmla="*/ 135052 w 144419"/>
              <a:gd name="connsiteY32" fmla="*/ 8839 h 144620"/>
              <a:gd name="connsiteX33" fmla="*/ 135992 w 144419"/>
              <a:gd name="connsiteY33" fmla="*/ 28102 h 144620"/>
              <a:gd name="connsiteX34" fmla="*/ 135757 w 144419"/>
              <a:gd name="connsiteY34" fmla="*/ 79391 h 144620"/>
              <a:gd name="connsiteX35" fmla="*/ 114536 w 144419"/>
              <a:gd name="connsiteY35" fmla="*/ 80096 h 144620"/>
              <a:gd name="connsiteX36" fmla="*/ 114536 w 144419"/>
              <a:gd name="connsiteY36" fmla="*/ 8839 h 144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44419" h="144620">
                <a:moveTo>
                  <a:pt x="5067" y="89727"/>
                </a:moveTo>
                <a:cubicBezTo>
                  <a:pt x="12114" y="98889"/>
                  <a:pt x="25896" y="98262"/>
                  <a:pt x="41400" y="97871"/>
                </a:cubicBezTo>
                <a:cubicBezTo>
                  <a:pt x="41087" y="101551"/>
                  <a:pt x="40774" y="105232"/>
                  <a:pt x="40460" y="108912"/>
                </a:cubicBezTo>
                <a:cubicBezTo>
                  <a:pt x="37563" y="127000"/>
                  <a:pt x="41400" y="141643"/>
                  <a:pt x="56121" y="144305"/>
                </a:cubicBezTo>
                <a:cubicBezTo>
                  <a:pt x="59801" y="145010"/>
                  <a:pt x="64421" y="144462"/>
                  <a:pt x="67162" y="143366"/>
                </a:cubicBezTo>
                <a:cubicBezTo>
                  <a:pt x="74444" y="140390"/>
                  <a:pt x="76794" y="133265"/>
                  <a:pt x="78203" y="124338"/>
                </a:cubicBezTo>
                <a:cubicBezTo>
                  <a:pt x="79064" y="119013"/>
                  <a:pt x="77498" y="112905"/>
                  <a:pt x="78673" y="108207"/>
                </a:cubicBezTo>
                <a:cubicBezTo>
                  <a:pt x="80161" y="102256"/>
                  <a:pt x="84780" y="97793"/>
                  <a:pt x="89479" y="94974"/>
                </a:cubicBezTo>
                <a:cubicBezTo>
                  <a:pt x="95195" y="91607"/>
                  <a:pt x="102556" y="89492"/>
                  <a:pt x="110151" y="88240"/>
                </a:cubicBezTo>
                <a:cubicBezTo>
                  <a:pt x="122367" y="86204"/>
                  <a:pt x="139202" y="92390"/>
                  <a:pt x="143352" y="82445"/>
                </a:cubicBezTo>
                <a:cubicBezTo>
                  <a:pt x="145232" y="78060"/>
                  <a:pt x="144057" y="69525"/>
                  <a:pt x="144057" y="63887"/>
                </a:cubicBezTo>
                <a:lnTo>
                  <a:pt x="144057" y="20741"/>
                </a:lnTo>
                <a:cubicBezTo>
                  <a:pt x="144057" y="12519"/>
                  <a:pt x="144684" y="5628"/>
                  <a:pt x="139985" y="2183"/>
                </a:cubicBezTo>
                <a:cubicBezTo>
                  <a:pt x="135287" y="-1263"/>
                  <a:pt x="114536" y="382"/>
                  <a:pt x="106236" y="460"/>
                </a:cubicBezTo>
                <a:lnTo>
                  <a:pt x="106236" y="80644"/>
                </a:lnTo>
                <a:cubicBezTo>
                  <a:pt x="90497" y="81505"/>
                  <a:pt x="74209" y="92703"/>
                  <a:pt x="70608" y="105936"/>
                </a:cubicBezTo>
                <a:cubicBezTo>
                  <a:pt x="67867" y="115959"/>
                  <a:pt x="72800" y="131620"/>
                  <a:pt x="64108" y="135535"/>
                </a:cubicBezTo>
                <a:cubicBezTo>
                  <a:pt x="45785" y="143757"/>
                  <a:pt x="46960" y="116507"/>
                  <a:pt x="48917" y="103979"/>
                </a:cubicBezTo>
                <a:cubicBezTo>
                  <a:pt x="49387" y="99202"/>
                  <a:pt x="49857" y="94347"/>
                  <a:pt x="50405" y="89571"/>
                </a:cubicBezTo>
                <a:lnTo>
                  <a:pt x="50405" y="88866"/>
                </a:lnTo>
                <a:cubicBezTo>
                  <a:pt x="37485" y="89336"/>
                  <a:pt x="17595" y="92859"/>
                  <a:pt x="11174" y="84324"/>
                </a:cubicBezTo>
                <a:cubicBezTo>
                  <a:pt x="7651" y="79626"/>
                  <a:pt x="7494" y="70308"/>
                  <a:pt x="9452" y="63574"/>
                </a:cubicBezTo>
                <a:cubicBezTo>
                  <a:pt x="13210" y="50810"/>
                  <a:pt x="26209" y="18783"/>
                  <a:pt x="34744" y="12049"/>
                </a:cubicBezTo>
                <a:cubicBezTo>
                  <a:pt x="39834" y="8056"/>
                  <a:pt x="43593" y="10640"/>
                  <a:pt x="51345" y="9387"/>
                </a:cubicBezTo>
                <a:cubicBezTo>
                  <a:pt x="65439" y="9152"/>
                  <a:pt x="79612" y="8917"/>
                  <a:pt x="93707" y="8682"/>
                </a:cubicBezTo>
                <a:lnTo>
                  <a:pt x="93707" y="460"/>
                </a:lnTo>
                <a:cubicBezTo>
                  <a:pt x="74601" y="695"/>
                  <a:pt x="55495" y="930"/>
                  <a:pt x="36388" y="1165"/>
                </a:cubicBezTo>
                <a:cubicBezTo>
                  <a:pt x="32552" y="2261"/>
                  <a:pt x="27618" y="6881"/>
                  <a:pt x="25348" y="9857"/>
                </a:cubicBezTo>
                <a:cubicBezTo>
                  <a:pt x="21667" y="14555"/>
                  <a:pt x="19788" y="20428"/>
                  <a:pt x="16656" y="25752"/>
                </a:cubicBezTo>
                <a:cubicBezTo>
                  <a:pt x="10470" y="36324"/>
                  <a:pt x="4988" y="48852"/>
                  <a:pt x="1465" y="61616"/>
                </a:cubicBezTo>
                <a:cubicBezTo>
                  <a:pt x="-1276" y="71482"/>
                  <a:pt x="-180" y="83071"/>
                  <a:pt x="4832" y="89571"/>
                </a:cubicBezTo>
                <a:close/>
                <a:moveTo>
                  <a:pt x="114615" y="8839"/>
                </a:moveTo>
                <a:lnTo>
                  <a:pt x="135052" y="8839"/>
                </a:lnTo>
                <a:cubicBezTo>
                  <a:pt x="137401" y="12597"/>
                  <a:pt x="135992" y="22542"/>
                  <a:pt x="135992" y="28102"/>
                </a:cubicBezTo>
                <a:cubicBezTo>
                  <a:pt x="135913" y="45172"/>
                  <a:pt x="135835" y="62321"/>
                  <a:pt x="135757" y="79391"/>
                </a:cubicBezTo>
                <a:cubicBezTo>
                  <a:pt x="132546" y="81270"/>
                  <a:pt x="119548" y="80174"/>
                  <a:pt x="114536" y="80096"/>
                </a:cubicBezTo>
                <a:lnTo>
                  <a:pt x="114536" y="8839"/>
                </a:lnTo>
                <a:close/>
              </a:path>
            </a:pathLst>
          </a:custGeom>
          <a:solidFill>
            <a:srgbClr val="D81E06"/>
          </a:solidFill>
          <a:ln w="783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cxnSp>
        <p:nvCxnSpPr>
          <p:cNvPr id="120" name="直接箭头连接符 119">
            <a:extLst>
              <a:ext uri="{FF2B5EF4-FFF2-40B4-BE49-F238E27FC236}">
                <a16:creationId xmlns:a16="http://schemas.microsoft.com/office/drawing/2014/main" id="{CF221FD9-D5C1-4A3E-83AB-C10EC36F3E90}"/>
              </a:ext>
            </a:extLst>
          </p:cNvPr>
          <p:cNvCxnSpPr>
            <a:cxnSpLocks/>
          </p:cNvCxnSpPr>
          <p:nvPr/>
        </p:nvCxnSpPr>
        <p:spPr>
          <a:xfrm>
            <a:off x="8441986" y="4162089"/>
            <a:ext cx="407355" cy="0"/>
          </a:xfrm>
          <a:prstGeom prst="straightConnector1">
            <a:avLst/>
          </a:prstGeom>
          <a:ln w="25400">
            <a:solidFill>
              <a:srgbClr val="5A5A5A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任意多边形: 形状 121">
            <a:extLst>
              <a:ext uri="{FF2B5EF4-FFF2-40B4-BE49-F238E27FC236}">
                <a16:creationId xmlns:a16="http://schemas.microsoft.com/office/drawing/2014/main" id="{5039B0EA-7782-4582-A0C5-725CE578F53E}"/>
              </a:ext>
            </a:extLst>
          </p:cNvPr>
          <p:cNvSpPr/>
          <p:nvPr/>
        </p:nvSpPr>
        <p:spPr>
          <a:xfrm>
            <a:off x="8849341" y="3533917"/>
            <a:ext cx="1202847" cy="1231383"/>
          </a:xfrm>
          <a:custGeom>
            <a:avLst/>
            <a:gdLst>
              <a:gd name="connsiteX0" fmla="*/ 0 w 2137789"/>
              <a:gd name="connsiteY0" fmla="*/ 143375 h 1425219"/>
              <a:gd name="connsiteX1" fmla="*/ 143375 w 2137789"/>
              <a:gd name="connsiteY1" fmla="*/ 0 h 1425219"/>
              <a:gd name="connsiteX2" fmla="*/ 1994414 w 2137789"/>
              <a:gd name="connsiteY2" fmla="*/ 0 h 1425219"/>
              <a:gd name="connsiteX3" fmla="*/ 2137789 w 2137789"/>
              <a:gd name="connsiteY3" fmla="*/ 143375 h 1425219"/>
              <a:gd name="connsiteX4" fmla="*/ 2137789 w 2137789"/>
              <a:gd name="connsiteY4" fmla="*/ 1281844 h 1425219"/>
              <a:gd name="connsiteX5" fmla="*/ 1994414 w 2137789"/>
              <a:gd name="connsiteY5" fmla="*/ 1425219 h 1425219"/>
              <a:gd name="connsiteX6" fmla="*/ 143375 w 2137789"/>
              <a:gd name="connsiteY6" fmla="*/ 1425219 h 1425219"/>
              <a:gd name="connsiteX7" fmla="*/ 0 w 2137789"/>
              <a:gd name="connsiteY7" fmla="*/ 1281844 h 1425219"/>
              <a:gd name="connsiteX8" fmla="*/ 0 w 2137789"/>
              <a:gd name="connsiteY8" fmla="*/ 143375 h 1425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7789" h="1425219">
                <a:moveTo>
                  <a:pt x="0" y="143375"/>
                </a:moveTo>
                <a:cubicBezTo>
                  <a:pt x="0" y="64210"/>
                  <a:pt x="64210" y="0"/>
                  <a:pt x="143375" y="0"/>
                </a:cubicBezTo>
                <a:lnTo>
                  <a:pt x="1994414" y="0"/>
                </a:lnTo>
                <a:cubicBezTo>
                  <a:pt x="2073580" y="0"/>
                  <a:pt x="2137789" y="64210"/>
                  <a:pt x="2137789" y="143375"/>
                </a:cubicBezTo>
                <a:lnTo>
                  <a:pt x="2137789" y="1281844"/>
                </a:lnTo>
                <a:cubicBezTo>
                  <a:pt x="2137789" y="1361009"/>
                  <a:pt x="2073580" y="1425219"/>
                  <a:pt x="1994414" y="1425219"/>
                </a:cubicBezTo>
                <a:lnTo>
                  <a:pt x="143375" y="1425219"/>
                </a:lnTo>
                <a:cubicBezTo>
                  <a:pt x="64210" y="1425219"/>
                  <a:pt x="0" y="1361009"/>
                  <a:pt x="0" y="1281844"/>
                </a:cubicBezTo>
                <a:lnTo>
                  <a:pt x="0" y="143375"/>
                </a:lnTo>
                <a:close/>
              </a:path>
            </a:pathLst>
          </a:custGeom>
          <a:solidFill>
            <a:srgbClr val="F7F8FC"/>
          </a:solidFill>
          <a:ln w="19050" cap="flat">
            <a:solidFill>
              <a:srgbClr val="7B40A7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A9A2D03F-6103-4A18-84D6-F0A83338BDE7}"/>
              </a:ext>
            </a:extLst>
          </p:cNvPr>
          <p:cNvSpPr txBox="1"/>
          <p:nvPr/>
        </p:nvSpPr>
        <p:spPr>
          <a:xfrm>
            <a:off x="8526119" y="3526711"/>
            <a:ext cx="18996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Evidence Gap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436E5DB2-66D3-4087-B2E5-D8C734D81E5C}"/>
                  </a:ext>
                </a:extLst>
              </p:cNvPr>
              <p:cNvSpPr txBox="1"/>
              <p:nvPr/>
            </p:nvSpPr>
            <p:spPr>
              <a:xfrm>
                <a:off x="8603744" y="3739213"/>
                <a:ext cx="1755224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1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altLang="zh-CN" sz="11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11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altLang="zh-CN" sz="11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10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11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1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1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en-US" sz="1100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sub>
                          </m:sSub>
                          <m:r>
                            <a:rPr lang="en-US" altLang="zh-CN" sz="11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100" b="0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en-US" altLang="zh-CN" sz="11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100" i="1" dirty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1100" i="1" dirty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altLang="zh-CN" sz="11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100" i="1" dirty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zh-CN" sz="11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100" i="1" dirty="0"/>
              </a:p>
            </p:txBody>
          </p:sp>
        </mc:Choice>
        <mc:Fallback xmlns="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436E5DB2-66D3-4087-B2E5-D8C734D81E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3744" y="3739213"/>
                <a:ext cx="1755224" cy="430887"/>
              </a:xfrm>
              <a:prstGeom prst="rect">
                <a:avLst/>
              </a:prstGeom>
              <a:blipFill>
                <a:blip r:embed="rId9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BBFA430-47DA-4C21-BAE7-B3CED856D805}"/>
                  </a:ext>
                </a:extLst>
              </p:cNvPr>
              <p:cNvSpPr txBox="1"/>
              <p:nvPr/>
            </p:nvSpPr>
            <p:spPr>
              <a:xfrm>
                <a:off x="8874518" y="4204620"/>
                <a:ext cx="120284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/>
                  <a:t>If &gt; 0, indicates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zh-CN" altLang="en-US" sz="1200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</m:oMath>
                </a14:m>
                <a:r>
                  <a:rPr lang="en-US" altLang="zh-CN" sz="1200" dirty="0"/>
                  <a:t> is better</a:t>
                </a:r>
                <a:endParaRPr lang="zh-CN" altLang="en-US" sz="12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BBFA430-47DA-4C21-BAE7-B3CED856D8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4518" y="4204620"/>
                <a:ext cx="1202847" cy="461665"/>
              </a:xfrm>
              <a:prstGeom prst="rect">
                <a:avLst/>
              </a:prstGeom>
              <a:blipFill>
                <a:blip r:embed="rId10"/>
                <a:stretch>
                  <a:fillRect l="-508" t="-1333" r="-1523" b="-1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7" name="矩形: 圆角 13">
            <a:extLst>
              <a:ext uri="{FF2B5EF4-FFF2-40B4-BE49-F238E27FC236}">
                <a16:creationId xmlns:a16="http://schemas.microsoft.com/office/drawing/2014/main" id="{0E88C780-767C-46F6-8349-7102976BA430}"/>
              </a:ext>
            </a:extLst>
          </p:cNvPr>
          <p:cNvSpPr/>
          <p:nvPr/>
        </p:nvSpPr>
        <p:spPr>
          <a:xfrm>
            <a:off x="1584447" y="5703338"/>
            <a:ext cx="1491728" cy="358353"/>
          </a:xfrm>
          <a:custGeom>
            <a:avLst/>
            <a:gdLst>
              <a:gd name="connsiteX0" fmla="*/ 0 w 3900792"/>
              <a:gd name="connsiteY0" fmla="*/ 438564 h 2631331"/>
              <a:gd name="connsiteX1" fmla="*/ 438564 w 3900792"/>
              <a:gd name="connsiteY1" fmla="*/ 0 h 2631331"/>
              <a:gd name="connsiteX2" fmla="*/ 3462228 w 3900792"/>
              <a:gd name="connsiteY2" fmla="*/ 0 h 2631331"/>
              <a:gd name="connsiteX3" fmla="*/ 3900792 w 3900792"/>
              <a:gd name="connsiteY3" fmla="*/ 438564 h 2631331"/>
              <a:gd name="connsiteX4" fmla="*/ 3900792 w 3900792"/>
              <a:gd name="connsiteY4" fmla="*/ 2192767 h 2631331"/>
              <a:gd name="connsiteX5" fmla="*/ 3462228 w 3900792"/>
              <a:gd name="connsiteY5" fmla="*/ 2631331 h 2631331"/>
              <a:gd name="connsiteX6" fmla="*/ 438564 w 3900792"/>
              <a:gd name="connsiteY6" fmla="*/ 2631331 h 2631331"/>
              <a:gd name="connsiteX7" fmla="*/ 0 w 3900792"/>
              <a:gd name="connsiteY7" fmla="*/ 2192767 h 2631331"/>
              <a:gd name="connsiteX8" fmla="*/ 0 w 3900792"/>
              <a:gd name="connsiteY8" fmla="*/ 438564 h 2631331"/>
              <a:gd name="connsiteX0" fmla="*/ 0 w 3900792"/>
              <a:gd name="connsiteY0" fmla="*/ 438564 h 2631331"/>
              <a:gd name="connsiteX1" fmla="*/ 438564 w 3900792"/>
              <a:gd name="connsiteY1" fmla="*/ 0 h 2631331"/>
              <a:gd name="connsiteX2" fmla="*/ 3462228 w 3900792"/>
              <a:gd name="connsiteY2" fmla="*/ 0 h 2631331"/>
              <a:gd name="connsiteX3" fmla="*/ 3900792 w 3900792"/>
              <a:gd name="connsiteY3" fmla="*/ 438564 h 2631331"/>
              <a:gd name="connsiteX4" fmla="*/ 3900792 w 3900792"/>
              <a:gd name="connsiteY4" fmla="*/ 2192767 h 2631331"/>
              <a:gd name="connsiteX5" fmla="*/ 3462228 w 3900792"/>
              <a:gd name="connsiteY5" fmla="*/ 2631331 h 2631331"/>
              <a:gd name="connsiteX6" fmla="*/ 438564 w 3900792"/>
              <a:gd name="connsiteY6" fmla="*/ 2631331 h 2631331"/>
              <a:gd name="connsiteX7" fmla="*/ 0 w 3900792"/>
              <a:gd name="connsiteY7" fmla="*/ 2360407 h 2631331"/>
              <a:gd name="connsiteX8" fmla="*/ 0 w 3900792"/>
              <a:gd name="connsiteY8" fmla="*/ 438564 h 2631331"/>
              <a:gd name="connsiteX0" fmla="*/ 703 w 3901495"/>
              <a:gd name="connsiteY0" fmla="*/ 438564 h 2638951"/>
              <a:gd name="connsiteX1" fmla="*/ 439267 w 3901495"/>
              <a:gd name="connsiteY1" fmla="*/ 0 h 2638951"/>
              <a:gd name="connsiteX2" fmla="*/ 3462931 w 3901495"/>
              <a:gd name="connsiteY2" fmla="*/ 0 h 2638951"/>
              <a:gd name="connsiteX3" fmla="*/ 3901495 w 3901495"/>
              <a:gd name="connsiteY3" fmla="*/ 438564 h 2638951"/>
              <a:gd name="connsiteX4" fmla="*/ 3901495 w 3901495"/>
              <a:gd name="connsiteY4" fmla="*/ 2192767 h 2638951"/>
              <a:gd name="connsiteX5" fmla="*/ 3462931 w 3901495"/>
              <a:gd name="connsiteY5" fmla="*/ 2631331 h 2638951"/>
              <a:gd name="connsiteX6" fmla="*/ 218287 w 3901495"/>
              <a:gd name="connsiteY6" fmla="*/ 2638951 h 2638951"/>
              <a:gd name="connsiteX7" fmla="*/ 703 w 3901495"/>
              <a:gd name="connsiteY7" fmla="*/ 2360407 h 2638951"/>
              <a:gd name="connsiteX8" fmla="*/ 703 w 3901495"/>
              <a:gd name="connsiteY8" fmla="*/ 438564 h 2638951"/>
              <a:gd name="connsiteX0" fmla="*/ 703 w 3901495"/>
              <a:gd name="connsiteY0" fmla="*/ 263304 h 2638951"/>
              <a:gd name="connsiteX1" fmla="*/ 439267 w 3901495"/>
              <a:gd name="connsiteY1" fmla="*/ 0 h 2638951"/>
              <a:gd name="connsiteX2" fmla="*/ 3462931 w 3901495"/>
              <a:gd name="connsiteY2" fmla="*/ 0 h 2638951"/>
              <a:gd name="connsiteX3" fmla="*/ 3901495 w 3901495"/>
              <a:gd name="connsiteY3" fmla="*/ 438564 h 2638951"/>
              <a:gd name="connsiteX4" fmla="*/ 3901495 w 3901495"/>
              <a:gd name="connsiteY4" fmla="*/ 2192767 h 2638951"/>
              <a:gd name="connsiteX5" fmla="*/ 3462931 w 3901495"/>
              <a:gd name="connsiteY5" fmla="*/ 2631331 h 2638951"/>
              <a:gd name="connsiteX6" fmla="*/ 218287 w 3901495"/>
              <a:gd name="connsiteY6" fmla="*/ 2638951 h 2638951"/>
              <a:gd name="connsiteX7" fmla="*/ 703 w 3901495"/>
              <a:gd name="connsiteY7" fmla="*/ 2360407 h 2638951"/>
              <a:gd name="connsiteX8" fmla="*/ 703 w 3901495"/>
              <a:gd name="connsiteY8" fmla="*/ 263304 h 2638951"/>
              <a:gd name="connsiteX0" fmla="*/ 703 w 3901495"/>
              <a:gd name="connsiteY0" fmla="*/ 263304 h 2638951"/>
              <a:gd name="connsiteX1" fmla="*/ 256387 w 3901495"/>
              <a:gd name="connsiteY1" fmla="*/ 0 h 2638951"/>
              <a:gd name="connsiteX2" fmla="*/ 3462931 w 3901495"/>
              <a:gd name="connsiteY2" fmla="*/ 0 h 2638951"/>
              <a:gd name="connsiteX3" fmla="*/ 3901495 w 3901495"/>
              <a:gd name="connsiteY3" fmla="*/ 438564 h 2638951"/>
              <a:gd name="connsiteX4" fmla="*/ 3901495 w 3901495"/>
              <a:gd name="connsiteY4" fmla="*/ 2192767 h 2638951"/>
              <a:gd name="connsiteX5" fmla="*/ 3462931 w 3901495"/>
              <a:gd name="connsiteY5" fmla="*/ 2631331 h 2638951"/>
              <a:gd name="connsiteX6" fmla="*/ 218287 w 3901495"/>
              <a:gd name="connsiteY6" fmla="*/ 2638951 h 2638951"/>
              <a:gd name="connsiteX7" fmla="*/ 703 w 3901495"/>
              <a:gd name="connsiteY7" fmla="*/ 2360407 h 2638951"/>
              <a:gd name="connsiteX8" fmla="*/ 703 w 3901495"/>
              <a:gd name="connsiteY8" fmla="*/ 263304 h 2638951"/>
              <a:gd name="connsiteX0" fmla="*/ 703 w 3913454"/>
              <a:gd name="connsiteY0" fmla="*/ 263304 h 2638951"/>
              <a:gd name="connsiteX1" fmla="*/ 256387 w 3913454"/>
              <a:gd name="connsiteY1" fmla="*/ 0 h 2638951"/>
              <a:gd name="connsiteX2" fmla="*/ 3737251 w 3913454"/>
              <a:gd name="connsiteY2" fmla="*/ 0 h 2638951"/>
              <a:gd name="connsiteX3" fmla="*/ 3901495 w 3913454"/>
              <a:gd name="connsiteY3" fmla="*/ 438564 h 2638951"/>
              <a:gd name="connsiteX4" fmla="*/ 3901495 w 3913454"/>
              <a:gd name="connsiteY4" fmla="*/ 2192767 h 2638951"/>
              <a:gd name="connsiteX5" fmla="*/ 3462931 w 3913454"/>
              <a:gd name="connsiteY5" fmla="*/ 2631331 h 2638951"/>
              <a:gd name="connsiteX6" fmla="*/ 218287 w 3913454"/>
              <a:gd name="connsiteY6" fmla="*/ 2638951 h 2638951"/>
              <a:gd name="connsiteX7" fmla="*/ 703 w 3913454"/>
              <a:gd name="connsiteY7" fmla="*/ 2360407 h 2638951"/>
              <a:gd name="connsiteX8" fmla="*/ 703 w 3913454"/>
              <a:gd name="connsiteY8" fmla="*/ 263304 h 2638951"/>
              <a:gd name="connsiteX0" fmla="*/ 703 w 3924038"/>
              <a:gd name="connsiteY0" fmla="*/ 263304 h 2638951"/>
              <a:gd name="connsiteX1" fmla="*/ 256387 w 3924038"/>
              <a:gd name="connsiteY1" fmla="*/ 0 h 2638951"/>
              <a:gd name="connsiteX2" fmla="*/ 3737251 w 3924038"/>
              <a:gd name="connsiteY2" fmla="*/ 0 h 2638951"/>
              <a:gd name="connsiteX3" fmla="*/ 3916735 w 3924038"/>
              <a:gd name="connsiteY3" fmla="*/ 240444 h 2638951"/>
              <a:gd name="connsiteX4" fmla="*/ 3901495 w 3924038"/>
              <a:gd name="connsiteY4" fmla="*/ 2192767 h 2638951"/>
              <a:gd name="connsiteX5" fmla="*/ 3462931 w 3924038"/>
              <a:gd name="connsiteY5" fmla="*/ 2631331 h 2638951"/>
              <a:gd name="connsiteX6" fmla="*/ 218287 w 3924038"/>
              <a:gd name="connsiteY6" fmla="*/ 2638951 h 2638951"/>
              <a:gd name="connsiteX7" fmla="*/ 703 w 3924038"/>
              <a:gd name="connsiteY7" fmla="*/ 2360407 h 2638951"/>
              <a:gd name="connsiteX8" fmla="*/ 703 w 3924038"/>
              <a:gd name="connsiteY8" fmla="*/ 263304 h 2638951"/>
              <a:gd name="connsiteX0" fmla="*/ 703 w 3916735"/>
              <a:gd name="connsiteY0" fmla="*/ 263304 h 2638951"/>
              <a:gd name="connsiteX1" fmla="*/ 256387 w 3916735"/>
              <a:gd name="connsiteY1" fmla="*/ 0 h 2638951"/>
              <a:gd name="connsiteX2" fmla="*/ 3661051 w 3916735"/>
              <a:gd name="connsiteY2" fmla="*/ 0 h 2638951"/>
              <a:gd name="connsiteX3" fmla="*/ 3916735 w 3916735"/>
              <a:gd name="connsiteY3" fmla="*/ 240444 h 2638951"/>
              <a:gd name="connsiteX4" fmla="*/ 3901495 w 3916735"/>
              <a:gd name="connsiteY4" fmla="*/ 2192767 h 2638951"/>
              <a:gd name="connsiteX5" fmla="*/ 3462931 w 3916735"/>
              <a:gd name="connsiteY5" fmla="*/ 2631331 h 2638951"/>
              <a:gd name="connsiteX6" fmla="*/ 218287 w 3916735"/>
              <a:gd name="connsiteY6" fmla="*/ 2638951 h 2638951"/>
              <a:gd name="connsiteX7" fmla="*/ 703 w 3916735"/>
              <a:gd name="connsiteY7" fmla="*/ 2360407 h 2638951"/>
              <a:gd name="connsiteX8" fmla="*/ 703 w 3916735"/>
              <a:gd name="connsiteY8" fmla="*/ 263304 h 2638951"/>
              <a:gd name="connsiteX0" fmla="*/ 703 w 3916735"/>
              <a:gd name="connsiteY0" fmla="*/ 263304 h 2638951"/>
              <a:gd name="connsiteX1" fmla="*/ 256387 w 3916735"/>
              <a:gd name="connsiteY1" fmla="*/ 0 h 2638951"/>
              <a:gd name="connsiteX2" fmla="*/ 3661051 w 3916735"/>
              <a:gd name="connsiteY2" fmla="*/ 0 h 2638951"/>
              <a:gd name="connsiteX3" fmla="*/ 3916735 w 3916735"/>
              <a:gd name="connsiteY3" fmla="*/ 240444 h 2638951"/>
              <a:gd name="connsiteX4" fmla="*/ 3901495 w 3916735"/>
              <a:gd name="connsiteY4" fmla="*/ 2192767 h 2638951"/>
              <a:gd name="connsiteX5" fmla="*/ 3683911 w 3916735"/>
              <a:gd name="connsiteY5" fmla="*/ 2638951 h 2638951"/>
              <a:gd name="connsiteX6" fmla="*/ 218287 w 3916735"/>
              <a:gd name="connsiteY6" fmla="*/ 2638951 h 2638951"/>
              <a:gd name="connsiteX7" fmla="*/ 703 w 3916735"/>
              <a:gd name="connsiteY7" fmla="*/ 2360407 h 2638951"/>
              <a:gd name="connsiteX8" fmla="*/ 703 w 3916735"/>
              <a:gd name="connsiteY8" fmla="*/ 263304 h 2638951"/>
              <a:gd name="connsiteX0" fmla="*/ 703 w 3916735"/>
              <a:gd name="connsiteY0" fmla="*/ 263304 h 2641396"/>
              <a:gd name="connsiteX1" fmla="*/ 256387 w 3916735"/>
              <a:gd name="connsiteY1" fmla="*/ 0 h 2641396"/>
              <a:gd name="connsiteX2" fmla="*/ 3661051 w 3916735"/>
              <a:gd name="connsiteY2" fmla="*/ 0 h 2641396"/>
              <a:gd name="connsiteX3" fmla="*/ 3916735 w 3916735"/>
              <a:gd name="connsiteY3" fmla="*/ 240444 h 2641396"/>
              <a:gd name="connsiteX4" fmla="*/ 3893875 w 3916735"/>
              <a:gd name="connsiteY4" fmla="*/ 2436607 h 2641396"/>
              <a:gd name="connsiteX5" fmla="*/ 3683911 w 3916735"/>
              <a:gd name="connsiteY5" fmla="*/ 2638951 h 2641396"/>
              <a:gd name="connsiteX6" fmla="*/ 218287 w 3916735"/>
              <a:gd name="connsiteY6" fmla="*/ 2638951 h 2641396"/>
              <a:gd name="connsiteX7" fmla="*/ 703 w 3916735"/>
              <a:gd name="connsiteY7" fmla="*/ 2360407 h 2641396"/>
              <a:gd name="connsiteX8" fmla="*/ 703 w 3916735"/>
              <a:gd name="connsiteY8" fmla="*/ 263304 h 2641396"/>
              <a:gd name="connsiteX0" fmla="*/ 703 w 3916735"/>
              <a:gd name="connsiteY0" fmla="*/ 263304 h 2641396"/>
              <a:gd name="connsiteX1" fmla="*/ 256387 w 3916735"/>
              <a:gd name="connsiteY1" fmla="*/ 0 h 2641396"/>
              <a:gd name="connsiteX2" fmla="*/ 3661051 w 3916735"/>
              <a:gd name="connsiteY2" fmla="*/ 0 h 2641396"/>
              <a:gd name="connsiteX3" fmla="*/ 3916735 w 3916735"/>
              <a:gd name="connsiteY3" fmla="*/ 240444 h 2641396"/>
              <a:gd name="connsiteX4" fmla="*/ 3893875 w 3916735"/>
              <a:gd name="connsiteY4" fmla="*/ 2436607 h 2641396"/>
              <a:gd name="connsiteX5" fmla="*/ 3592471 w 3916735"/>
              <a:gd name="connsiteY5" fmla="*/ 2638951 h 2641396"/>
              <a:gd name="connsiteX6" fmla="*/ 218287 w 3916735"/>
              <a:gd name="connsiteY6" fmla="*/ 2638951 h 2641396"/>
              <a:gd name="connsiteX7" fmla="*/ 703 w 3916735"/>
              <a:gd name="connsiteY7" fmla="*/ 2360407 h 2641396"/>
              <a:gd name="connsiteX8" fmla="*/ 703 w 3916735"/>
              <a:gd name="connsiteY8" fmla="*/ 263304 h 2641396"/>
              <a:gd name="connsiteX0" fmla="*/ 703 w 3916735"/>
              <a:gd name="connsiteY0" fmla="*/ 263304 h 2638951"/>
              <a:gd name="connsiteX1" fmla="*/ 256387 w 3916735"/>
              <a:gd name="connsiteY1" fmla="*/ 0 h 2638951"/>
              <a:gd name="connsiteX2" fmla="*/ 3661051 w 3916735"/>
              <a:gd name="connsiteY2" fmla="*/ 0 h 2638951"/>
              <a:gd name="connsiteX3" fmla="*/ 3916735 w 3916735"/>
              <a:gd name="connsiteY3" fmla="*/ 240444 h 2638951"/>
              <a:gd name="connsiteX4" fmla="*/ 3893875 w 3916735"/>
              <a:gd name="connsiteY4" fmla="*/ 2352787 h 2638951"/>
              <a:gd name="connsiteX5" fmla="*/ 3592471 w 3916735"/>
              <a:gd name="connsiteY5" fmla="*/ 2638951 h 2638951"/>
              <a:gd name="connsiteX6" fmla="*/ 218287 w 3916735"/>
              <a:gd name="connsiteY6" fmla="*/ 2638951 h 2638951"/>
              <a:gd name="connsiteX7" fmla="*/ 703 w 3916735"/>
              <a:gd name="connsiteY7" fmla="*/ 2360407 h 2638951"/>
              <a:gd name="connsiteX8" fmla="*/ 703 w 3916735"/>
              <a:gd name="connsiteY8" fmla="*/ 263304 h 2638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16735" h="2638951">
                <a:moveTo>
                  <a:pt x="703" y="263304"/>
                </a:moveTo>
                <a:cubicBezTo>
                  <a:pt x="703" y="21092"/>
                  <a:pt x="14175" y="0"/>
                  <a:pt x="256387" y="0"/>
                </a:cubicBezTo>
                <a:lnTo>
                  <a:pt x="3661051" y="0"/>
                </a:lnTo>
                <a:cubicBezTo>
                  <a:pt x="3903263" y="0"/>
                  <a:pt x="3916735" y="-1768"/>
                  <a:pt x="3916735" y="240444"/>
                </a:cubicBezTo>
                <a:lnTo>
                  <a:pt x="3893875" y="2352787"/>
                </a:lnTo>
                <a:cubicBezTo>
                  <a:pt x="3893875" y="2594999"/>
                  <a:pt x="3834683" y="2638951"/>
                  <a:pt x="3592471" y="2638951"/>
                </a:cubicBezTo>
                <a:lnTo>
                  <a:pt x="218287" y="2638951"/>
                </a:lnTo>
                <a:cubicBezTo>
                  <a:pt x="-23925" y="2638951"/>
                  <a:pt x="703" y="2602619"/>
                  <a:pt x="703" y="2360407"/>
                </a:cubicBezTo>
                <a:lnTo>
                  <a:pt x="703" y="263304"/>
                </a:lnTo>
                <a:close/>
              </a:path>
            </a:pathLst>
          </a:custGeom>
          <a:noFill/>
          <a:ln w="19050">
            <a:solidFill>
              <a:srgbClr val="92D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E1E7DC72-B4F8-4F6A-8CB7-F8296C5DEE3F}"/>
                  </a:ext>
                </a:extLst>
              </p:cNvPr>
              <p:cNvSpPr txBox="1"/>
              <p:nvPr/>
            </p:nvSpPr>
            <p:spPr>
              <a:xfrm>
                <a:off x="1666428" y="5691819"/>
                <a:ext cx="13919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Chosen(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zh-CN" altLang="en-US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zh-CN" altLang="en-US" dirty="0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E1E7DC72-B4F8-4F6A-8CB7-F8296C5DEE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428" y="5691819"/>
                <a:ext cx="1391926" cy="369332"/>
              </a:xfrm>
              <a:prstGeom prst="rect">
                <a:avLst/>
              </a:prstGeom>
              <a:blipFill>
                <a:blip r:embed="rId11"/>
                <a:stretch>
                  <a:fillRect l="-3493"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矩形: 圆角 13">
            <a:extLst>
              <a:ext uri="{FF2B5EF4-FFF2-40B4-BE49-F238E27FC236}">
                <a16:creationId xmlns:a16="http://schemas.microsoft.com/office/drawing/2014/main" id="{9712D3FB-3E64-45BE-A658-7372F00D3EA8}"/>
              </a:ext>
            </a:extLst>
          </p:cNvPr>
          <p:cNvSpPr/>
          <p:nvPr/>
        </p:nvSpPr>
        <p:spPr>
          <a:xfrm>
            <a:off x="1584447" y="6133939"/>
            <a:ext cx="1491728" cy="369332"/>
          </a:xfrm>
          <a:custGeom>
            <a:avLst/>
            <a:gdLst>
              <a:gd name="connsiteX0" fmla="*/ 0 w 3900792"/>
              <a:gd name="connsiteY0" fmla="*/ 438564 h 2631331"/>
              <a:gd name="connsiteX1" fmla="*/ 438564 w 3900792"/>
              <a:gd name="connsiteY1" fmla="*/ 0 h 2631331"/>
              <a:gd name="connsiteX2" fmla="*/ 3462228 w 3900792"/>
              <a:gd name="connsiteY2" fmla="*/ 0 h 2631331"/>
              <a:gd name="connsiteX3" fmla="*/ 3900792 w 3900792"/>
              <a:gd name="connsiteY3" fmla="*/ 438564 h 2631331"/>
              <a:gd name="connsiteX4" fmla="*/ 3900792 w 3900792"/>
              <a:gd name="connsiteY4" fmla="*/ 2192767 h 2631331"/>
              <a:gd name="connsiteX5" fmla="*/ 3462228 w 3900792"/>
              <a:gd name="connsiteY5" fmla="*/ 2631331 h 2631331"/>
              <a:gd name="connsiteX6" fmla="*/ 438564 w 3900792"/>
              <a:gd name="connsiteY6" fmla="*/ 2631331 h 2631331"/>
              <a:gd name="connsiteX7" fmla="*/ 0 w 3900792"/>
              <a:gd name="connsiteY7" fmla="*/ 2192767 h 2631331"/>
              <a:gd name="connsiteX8" fmla="*/ 0 w 3900792"/>
              <a:gd name="connsiteY8" fmla="*/ 438564 h 2631331"/>
              <a:gd name="connsiteX0" fmla="*/ 0 w 3900792"/>
              <a:gd name="connsiteY0" fmla="*/ 438564 h 2631331"/>
              <a:gd name="connsiteX1" fmla="*/ 438564 w 3900792"/>
              <a:gd name="connsiteY1" fmla="*/ 0 h 2631331"/>
              <a:gd name="connsiteX2" fmla="*/ 3462228 w 3900792"/>
              <a:gd name="connsiteY2" fmla="*/ 0 h 2631331"/>
              <a:gd name="connsiteX3" fmla="*/ 3900792 w 3900792"/>
              <a:gd name="connsiteY3" fmla="*/ 438564 h 2631331"/>
              <a:gd name="connsiteX4" fmla="*/ 3900792 w 3900792"/>
              <a:gd name="connsiteY4" fmla="*/ 2192767 h 2631331"/>
              <a:gd name="connsiteX5" fmla="*/ 3462228 w 3900792"/>
              <a:gd name="connsiteY5" fmla="*/ 2631331 h 2631331"/>
              <a:gd name="connsiteX6" fmla="*/ 438564 w 3900792"/>
              <a:gd name="connsiteY6" fmla="*/ 2631331 h 2631331"/>
              <a:gd name="connsiteX7" fmla="*/ 0 w 3900792"/>
              <a:gd name="connsiteY7" fmla="*/ 2360407 h 2631331"/>
              <a:gd name="connsiteX8" fmla="*/ 0 w 3900792"/>
              <a:gd name="connsiteY8" fmla="*/ 438564 h 2631331"/>
              <a:gd name="connsiteX0" fmla="*/ 703 w 3901495"/>
              <a:gd name="connsiteY0" fmla="*/ 438564 h 2638951"/>
              <a:gd name="connsiteX1" fmla="*/ 439267 w 3901495"/>
              <a:gd name="connsiteY1" fmla="*/ 0 h 2638951"/>
              <a:gd name="connsiteX2" fmla="*/ 3462931 w 3901495"/>
              <a:gd name="connsiteY2" fmla="*/ 0 h 2638951"/>
              <a:gd name="connsiteX3" fmla="*/ 3901495 w 3901495"/>
              <a:gd name="connsiteY3" fmla="*/ 438564 h 2638951"/>
              <a:gd name="connsiteX4" fmla="*/ 3901495 w 3901495"/>
              <a:gd name="connsiteY4" fmla="*/ 2192767 h 2638951"/>
              <a:gd name="connsiteX5" fmla="*/ 3462931 w 3901495"/>
              <a:gd name="connsiteY5" fmla="*/ 2631331 h 2638951"/>
              <a:gd name="connsiteX6" fmla="*/ 218287 w 3901495"/>
              <a:gd name="connsiteY6" fmla="*/ 2638951 h 2638951"/>
              <a:gd name="connsiteX7" fmla="*/ 703 w 3901495"/>
              <a:gd name="connsiteY7" fmla="*/ 2360407 h 2638951"/>
              <a:gd name="connsiteX8" fmla="*/ 703 w 3901495"/>
              <a:gd name="connsiteY8" fmla="*/ 438564 h 2638951"/>
              <a:gd name="connsiteX0" fmla="*/ 703 w 3901495"/>
              <a:gd name="connsiteY0" fmla="*/ 263304 h 2638951"/>
              <a:gd name="connsiteX1" fmla="*/ 439267 w 3901495"/>
              <a:gd name="connsiteY1" fmla="*/ 0 h 2638951"/>
              <a:gd name="connsiteX2" fmla="*/ 3462931 w 3901495"/>
              <a:gd name="connsiteY2" fmla="*/ 0 h 2638951"/>
              <a:gd name="connsiteX3" fmla="*/ 3901495 w 3901495"/>
              <a:gd name="connsiteY3" fmla="*/ 438564 h 2638951"/>
              <a:gd name="connsiteX4" fmla="*/ 3901495 w 3901495"/>
              <a:gd name="connsiteY4" fmla="*/ 2192767 h 2638951"/>
              <a:gd name="connsiteX5" fmla="*/ 3462931 w 3901495"/>
              <a:gd name="connsiteY5" fmla="*/ 2631331 h 2638951"/>
              <a:gd name="connsiteX6" fmla="*/ 218287 w 3901495"/>
              <a:gd name="connsiteY6" fmla="*/ 2638951 h 2638951"/>
              <a:gd name="connsiteX7" fmla="*/ 703 w 3901495"/>
              <a:gd name="connsiteY7" fmla="*/ 2360407 h 2638951"/>
              <a:gd name="connsiteX8" fmla="*/ 703 w 3901495"/>
              <a:gd name="connsiteY8" fmla="*/ 263304 h 2638951"/>
              <a:gd name="connsiteX0" fmla="*/ 703 w 3901495"/>
              <a:gd name="connsiteY0" fmla="*/ 263304 h 2638951"/>
              <a:gd name="connsiteX1" fmla="*/ 256387 w 3901495"/>
              <a:gd name="connsiteY1" fmla="*/ 0 h 2638951"/>
              <a:gd name="connsiteX2" fmla="*/ 3462931 w 3901495"/>
              <a:gd name="connsiteY2" fmla="*/ 0 h 2638951"/>
              <a:gd name="connsiteX3" fmla="*/ 3901495 w 3901495"/>
              <a:gd name="connsiteY3" fmla="*/ 438564 h 2638951"/>
              <a:gd name="connsiteX4" fmla="*/ 3901495 w 3901495"/>
              <a:gd name="connsiteY4" fmla="*/ 2192767 h 2638951"/>
              <a:gd name="connsiteX5" fmla="*/ 3462931 w 3901495"/>
              <a:gd name="connsiteY5" fmla="*/ 2631331 h 2638951"/>
              <a:gd name="connsiteX6" fmla="*/ 218287 w 3901495"/>
              <a:gd name="connsiteY6" fmla="*/ 2638951 h 2638951"/>
              <a:gd name="connsiteX7" fmla="*/ 703 w 3901495"/>
              <a:gd name="connsiteY7" fmla="*/ 2360407 h 2638951"/>
              <a:gd name="connsiteX8" fmla="*/ 703 w 3901495"/>
              <a:gd name="connsiteY8" fmla="*/ 263304 h 2638951"/>
              <a:gd name="connsiteX0" fmla="*/ 703 w 3913454"/>
              <a:gd name="connsiteY0" fmla="*/ 263304 h 2638951"/>
              <a:gd name="connsiteX1" fmla="*/ 256387 w 3913454"/>
              <a:gd name="connsiteY1" fmla="*/ 0 h 2638951"/>
              <a:gd name="connsiteX2" fmla="*/ 3737251 w 3913454"/>
              <a:gd name="connsiteY2" fmla="*/ 0 h 2638951"/>
              <a:gd name="connsiteX3" fmla="*/ 3901495 w 3913454"/>
              <a:gd name="connsiteY3" fmla="*/ 438564 h 2638951"/>
              <a:gd name="connsiteX4" fmla="*/ 3901495 w 3913454"/>
              <a:gd name="connsiteY4" fmla="*/ 2192767 h 2638951"/>
              <a:gd name="connsiteX5" fmla="*/ 3462931 w 3913454"/>
              <a:gd name="connsiteY5" fmla="*/ 2631331 h 2638951"/>
              <a:gd name="connsiteX6" fmla="*/ 218287 w 3913454"/>
              <a:gd name="connsiteY6" fmla="*/ 2638951 h 2638951"/>
              <a:gd name="connsiteX7" fmla="*/ 703 w 3913454"/>
              <a:gd name="connsiteY7" fmla="*/ 2360407 h 2638951"/>
              <a:gd name="connsiteX8" fmla="*/ 703 w 3913454"/>
              <a:gd name="connsiteY8" fmla="*/ 263304 h 2638951"/>
              <a:gd name="connsiteX0" fmla="*/ 703 w 3924038"/>
              <a:gd name="connsiteY0" fmla="*/ 263304 h 2638951"/>
              <a:gd name="connsiteX1" fmla="*/ 256387 w 3924038"/>
              <a:gd name="connsiteY1" fmla="*/ 0 h 2638951"/>
              <a:gd name="connsiteX2" fmla="*/ 3737251 w 3924038"/>
              <a:gd name="connsiteY2" fmla="*/ 0 h 2638951"/>
              <a:gd name="connsiteX3" fmla="*/ 3916735 w 3924038"/>
              <a:gd name="connsiteY3" fmla="*/ 240444 h 2638951"/>
              <a:gd name="connsiteX4" fmla="*/ 3901495 w 3924038"/>
              <a:gd name="connsiteY4" fmla="*/ 2192767 h 2638951"/>
              <a:gd name="connsiteX5" fmla="*/ 3462931 w 3924038"/>
              <a:gd name="connsiteY5" fmla="*/ 2631331 h 2638951"/>
              <a:gd name="connsiteX6" fmla="*/ 218287 w 3924038"/>
              <a:gd name="connsiteY6" fmla="*/ 2638951 h 2638951"/>
              <a:gd name="connsiteX7" fmla="*/ 703 w 3924038"/>
              <a:gd name="connsiteY7" fmla="*/ 2360407 h 2638951"/>
              <a:gd name="connsiteX8" fmla="*/ 703 w 3924038"/>
              <a:gd name="connsiteY8" fmla="*/ 263304 h 2638951"/>
              <a:gd name="connsiteX0" fmla="*/ 703 w 3916735"/>
              <a:gd name="connsiteY0" fmla="*/ 263304 h 2638951"/>
              <a:gd name="connsiteX1" fmla="*/ 256387 w 3916735"/>
              <a:gd name="connsiteY1" fmla="*/ 0 h 2638951"/>
              <a:gd name="connsiteX2" fmla="*/ 3661051 w 3916735"/>
              <a:gd name="connsiteY2" fmla="*/ 0 h 2638951"/>
              <a:gd name="connsiteX3" fmla="*/ 3916735 w 3916735"/>
              <a:gd name="connsiteY3" fmla="*/ 240444 h 2638951"/>
              <a:gd name="connsiteX4" fmla="*/ 3901495 w 3916735"/>
              <a:gd name="connsiteY4" fmla="*/ 2192767 h 2638951"/>
              <a:gd name="connsiteX5" fmla="*/ 3462931 w 3916735"/>
              <a:gd name="connsiteY5" fmla="*/ 2631331 h 2638951"/>
              <a:gd name="connsiteX6" fmla="*/ 218287 w 3916735"/>
              <a:gd name="connsiteY6" fmla="*/ 2638951 h 2638951"/>
              <a:gd name="connsiteX7" fmla="*/ 703 w 3916735"/>
              <a:gd name="connsiteY7" fmla="*/ 2360407 h 2638951"/>
              <a:gd name="connsiteX8" fmla="*/ 703 w 3916735"/>
              <a:gd name="connsiteY8" fmla="*/ 263304 h 2638951"/>
              <a:gd name="connsiteX0" fmla="*/ 703 w 3916735"/>
              <a:gd name="connsiteY0" fmla="*/ 263304 h 2638951"/>
              <a:gd name="connsiteX1" fmla="*/ 256387 w 3916735"/>
              <a:gd name="connsiteY1" fmla="*/ 0 h 2638951"/>
              <a:gd name="connsiteX2" fmla="*/ 3661051 w 3916735"/>
              <a:gd name="connsiteY2" fmla="*/ 0 h 2638951"/>
              <a:gd name="connsiteX3" fmla="*/ 3916735 w 3916735"/>
              <a:gd name="connsiteY3" fmla="*/ 240444 h 2638951"/>
              <a:gd name="connsiteX4" fmla="*/ 3901495 w 3916735"/>
              <a:gd name="connsiteY4" fmla="*/ 2192767 h 2638951"/>
              <a:gd name="connsiteX5" fmla="*/ 3683911 w 3916735"/>
              <a:gd name="connsiteY5" fmla="*/ 2638951 h 2638951"/>
              <a:gd name="connsiteX6" fmla="*/ 218287 w 3916735"/>
              <a:gd name="connsiteY6" fmla="*/ 2638951 h 2638951"/>
              <a:gd name="connsiteX7" fmla="*/ 703 w 3916735"/>
              <a:gd name="connsiteY7" fmla="*/ 2360407 h 2638951"/>
              <a:gd name="connsiteX8" fmla="*/ 703 w 3916735"/>
              <a:gd name="connsiteY8" fmla="*/ 263304 h 2638951"/>
              <a:gd name="connsiteX0" fmla="*/ 703 w 3916735"/>
              <a:gd name="connsiteY0" fmla="*/ 263304 h 2641396"/>
              <a:gd name="connsiteX1" fmla="*/ 256387 w 3916735"/>
              <a:gd name="connsiteY1" fmla="*/ 0 h 2641396"/>
              <a:gd name="connsiteX2" fmla="*/ 3661051 w 3916735"/>
              <a:gd name="connsiteY2" fmla="*/ 0 h 2641396"/>
              <a:gd name="connsiteX3" fmla="*/ 3916735 w 3916735"/>
              <a:gd name="connsiteY3" fmla="*/ 240444 h 2641396"/>
              <a:gd name="connsiteX4" fmla="*/ 3893875 w 3916735"/>
              <a:gd name="connsiteY4" fmla="*/ 2436607 h 2641396"/>
              <a:gd name="connsiteX5" fmla="*/ 3683911 w 3916735"/>
              <a:gd name="connsiteY5" fmla="*/ 2638951 h 2641396"/>
              <a:gd name="connsiteX6" fmla="*/ 218287 w 3916735"/>
              <a:gd name="connsiteY6" fmla="*/ 2638951 h 2641396"/>
              <a:gd name="connsiteX7" fmla="*/ 703 w 3916735"/>
              <a:gd name="connsiteY7" fmla="*/ 2360407 h 2641396"/>
              <a:gd name="connsiteX8" fmla="*/ 703 w 3916735"/>
              <a:gd name="connsiteY8" fmla="*/ 263304 h 2641396"/>
              <a:gd name="connsiteX0" fmla="*/ 703 w 3916735"/>
              <a:gd name="connsiteY0" fmla="*/ 263304 h 2641396"/>
              <a:gd name="connsiteX1" fmla="*/ 256387 w 3916735"/>
              <a:gd name="connsiteY1" fmla="*/ 0 h 2641396"/>
              <a:gd name="connsiteX2" fmla="*/ 3661051 w 3916735"/>
              <a:gd name="connsiteY2" fmla="*/ 0 h 2641396"/>
              <a:gd name="connsiteX3" fmla="*/ 3916735 w 3916735"/>
              <a:gd name="connsiteY3" fmla="*/ 240444 h 2641396"/>
              <a:gd name="connsiteX4" fmla="*/ 3893875 w 3916735"/>
              <a:gd name="connsiteY4" fmla="*/ 2436607 h 2641396"/>
              <a:gd name="connsiteX5" fmla="*/ 3592471 w 3916735"/>
              <a:gd name="connsiteY5" fmla="*/ 2638951 h 2641396"/>
              <a:gd name="connsiteX6" fmla="*/ 218287 w 3916735"/>
              <a:gd name="connsiteY6" fmla="*/ 2638951 h 2641396"/>
              <a:gd name="connsiteX7" fmla="*/ 703 w 3916735"/>
              <a:gd name="connsiteY7" fmla="*/ 2360407 h 2641396"/>
              <a:gd name="connsiteX8" fmla="*/ 703 w 3916735"/>
              <a:gd name="connsiteY8" fmla="*/ 263304 h 2641396"/>
              <a:gd name="connsiteX0" fmla="*/ 703 w 3916735"/>
              <a:gd name="connsiteY0" fmla="*/ 263304 h 2638951"/>
              <a:gd name="connsiteX1" fmla="*/ 256387 w 3916735"/>
              <a:gd name="connsiteY1" fmla="*/ 0 h 2638951"/>
              <a:gd name="connsiteX2" fmla="*/ 3661051 w 3916735"/>
              <a:gd name="connsiteY2" fmla="*/ 0 h 2638951"/>
              <a:gd name="connsiteX3" fmla="*/ 3916735 w 3916735"/>
              <a:gd name="connsiteY3" fmla="*/ 240444 h 2638951"/>
              <a:gd name="connsiteX4" fmla="*/ 3893875 w 3916735"/>
              <a:gd name="connsiteY4" fmla="*/ 2352787 h 2638951"/>
              <a:gd name="connsiteX5" fmla="*/ 3592471 w 3916735"/>
              <a:gd name="connsiteY5" fmla="*/ 2638951 h 2638951"/>
              <a:gd name="connsiteX6" fmla="*/ 218287 w 3916735"/>
              <a:gd name="connsiteY6" fmla="*/ 2638951 h 2638951"/>
              <a:gd name="connsiteX7" fmla="*/ 703 w 3916735"/>
              <a:gd name="connsiteY7" fmla="*/ 2360407 h 2638951"/>
              <a:gd name="connsiteX8" fmla="*/ 703 w 3916735"/>
              <a:gd name="connsiteY8" fmla="*/ 263304 h 2638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16735" h="2638951">
                <a:moveTo>
                  <a:pt x="703" y="263304"/>
                </a:moveTo>
                <a:cubicBezTo>
                  <a:pt x="703" y="21092"/>
                  <a:pt x="14175" y="0"/>
                  <a:pt x="256387" y="0"/>
                </a:cubicBezTo>
                <a:lnTo>
                  <a:pt x="3661051" y="0"/>
                </a:lnTo>
                <a:cubicBezTo>
                  <a:pt x="3903263" y="0"/>
                  <a:pt x="3916735" y="-1768"/>
                  <a:pt x="3916735" y="240444"/>
                </a:cubicBezTo>
                <a:lnTo>
                  <a:pt x="3893875" y="2352787"/>
                </a:lnTo>
                <a:cubicBezTo>
                  <a:pt x="3893875" y="2594999"/>
                  <a:pt x="3834683" y="2638951"/>
                  <a:pt x="3592471" y="2638951"/>
                </a:cubicBezTo>
                <a:lnTo>
                  <a:pt x="218287" y="2638951"/>
                </a:lnTo>
                <a:cubicBezTo>
                  <a:pt x="-23925" y="2638951"/>
                  <a:pt x="703" y="2602619"/>
                  <a:pt x="703" y="2360407"/>
                </a:cubicBezTo>
                <a:lnTo>
                  <a:pt x="703" y="263304"/>
                </a:lnTo>
                <a:close/>
              </a:path>
            </a:pathLst>
          </a:cu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439E3EBF-A42C-4DF1-8BC1-1B5466E35726}"/>
                  </a:ext>
                </a:extLst>
              </p:cNvPr>
              <p:cNvSpPr txBox="1"/>
              <p:nvPr/>
            </p:nvSpPr>
            <p:spPr>
              <a:xfrm>
                <a:off x="1629124" y="6128012"/>
                <a:ext cx="13919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Rejected(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439E3EBF-A42C-4DF1-8BC1-1B5466E357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9124" y="6128012"/>
                <a:ext cx="1391926" cy="369332"/>
              </a:xfrm>
              <a:prstGeom prst="rect">
                <a:avLst/>
              </a:prstGeom>
              <a:blipFill>
                <a:blip r:embed="rId12"/>
                <a:stretch>
                  <a:fillRect l="-3493" t="-8197" r="-43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组合 7">
            <a:extLst>
              <a:ext uri="{FF2B5EF4-FFF2-40B4-BE49-F238E27FC236}">
                <a16:creationId xmlns:a16="http://schemas.microsoft.com/office/drawing/2014/main" id="{50EC3942-E606-47A5-AB3F-7100B5C23E9D}"/>
              </a:ext>
            </a:extLst>
          </p:cNvPr>
          <p:cNvGrpSpPr/>
          <p:nvPr/>
        </p:nvGrpSpPr>
        <p:grpSpPr>
          <a:xfrm>
            <a:off x="7607968" y="5287523"/>
            <a:ext cx="2434813" cy="369332"/>
            <a:chOff x="2153180" y="5868807"/>
            <a:chExt cx="2434813" cy="369332"/>
          </a:xfrm>
        </p:grpSpPr>
        <p:sp>
          <p:nvSpPr>
            <p:cNvPr id="136" name="椭圆 135">
              <a:extLst>
                <a:ext uri="{FF2B5EF4-FFF2-40B4-BE49-F238E27FC236}">
                  <a16:creationId xmlns:a16="http://schemas.microsoft.com/office/drawing/2014/main" id="{ADA2AF55-00B1-44BB-B6A9-9CB61DBED754}"/>
                </a:ext>
              </a:extLst>
            </p:cNvPr>
            <p:cNvSpPr/>
            <p:nvPr/>
          </p:nvSpPr>
          <p:spPr>
            <a:xfrm>
              <a:off x="2153180" y="5922280"/>
              <a:ext cx="252000" cy="252000"/>
            </a:xfrm>
            <a:prstGeom prst="ellipse">
              <a:avLst/>
            </a:prstGeom>
            <a:noFill/>
            <a:ln w="19050">
              <a:solidFill>
                <a:srgbClr val="FF3D3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4</a:t>
              </a:r>
              <a:endPara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DA723BFA-EAE3-4638-A470-8519E51B05A1}"/>
                </a:ext>
              </a:extLst>
            </p:cNvPr>
            <p:cNvSpPr txBox="1"/>
            <p:nvPr/>
          </p:nvSpPr>
          <p:spPr>
            <a:xfrm>
              <a:off x="2433599" y="5868807"/>
              <a:ext cx="215439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b="1" dirty="0">
                  <a:solidFill>
                    <a:srgbClr val="B9E18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VEC-DPO Training</a:t>
              </a:r>
              <a:endParaRPr lang="zh-CN" altLang="en-US" sz="1800" b="1" dirty="0">
                <a:solidFill>
                  <a:srgbClr val="B9E18E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8" name="任意多边形: 形状 137">
            <a:extLst>
              <a:ext uri="{FF2B5EF4-FFF2-40B4-BE49-F238E27FC236}">
                <a16:creationId xmlns:a16="http://schemas.microsoft.com/office/drawing/2014/main" id="{C88B81EC-B5FD-4569-B072-76709AAF4EAB}"/>
              </a:ext>
            </a:extLst>
          </p:cNvPr>
          <p:cNvSpPr/>
          <p:nvPr/>
        </p:nvSpPr>
        <p:spPr>
          <a:xfrm>
            <a:off x="1573999" y="5331391"/>
            <a:ext cx="1502176" cy="339008"/>
          </a:xfrm>
          <a:custGeom>
            <a:avLst/>
            <a:gdLst>
              <a:gd name="connsiteX0" fmla="*/ 0 w 2137789"/>
              <a:gd name="connsiteY0" fmla="*/ 143375 h 1425219"/>
              <a:gd name="connsiteX1" fmla="*/ 143375 w 2137789"/>
              <a:gd name="connsiteY1" fmla="*/ 0 h 1425219"/>
              <a:gd name="connsiteX2" fmla="*/ 1994414 w 2137789"/>
              <a:gd name="connsiteY2" fmla="*/ 0 h 1425219"/>
              <a:gd name="connsiteX3" fmla="*/ 2137789 w 2137789"/>
              <a:gd name="connsiteY3" fmla="*/ 143375 h 1425219"/>
              <a:gd name="connsiteX4" fmla="*/ 2137789 w 2137789"/>
              <a:gd name="connsiteY4" fmla="*/ 1281844 h 1425219"/>
              <a:gd name="connsiteX5" fmla="*/ 1994414 w 2137789"/>
              <a:gd name="connsiteY5" fmla="*/ 1425219 h 1425219"/>
              <a:gd name="connsiteX6" fmla="*/ 143375 w 2137789"/>
              <a:gd name="connsiteY6" fmla="*/ 1425219 h 1425219"/>
              <a:gd name="connsiteX7" fmla="*/ 0 w 2137789"/>
              <a:gd name="connsiteY7" fmla="*/ 1281844 h 1425219"/>
              <a:gd name="connsiteX8" fmla="*/ 0 w 2137789"/>
              <a:gd name="connsiteY8" fmla="*/ 143375 h 1425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7789" h="1425219">
                <a:moveTo>
                  <a:pt x="0" y="143375"/>
                </a:moveTo>
                <a:cubicBezTo>
                  <a:pt x="0" y="64210"/>
                  <a:pt x="64210" y="0"/>
                  <a:pt x="143375" y="0"/>
                </a:cubicBezTo>
                <a:lnTo>
                  <a:pt x="1994414" y="0"/>
                </a:lnTo>
                <a:cubicBezTo>
                  <a:pt x="2073580" y="0"/>
                  <a:pt x="2137789" y="64210"/>
                  <a:pt x="2137789" y="143375"/>
                </a:cubicBezTo>
                <a:lnTo>
                  <a:pt x="2137789" y="1281844"/>
                </a:lnTo>
                <a:cubicBezTo>
                  <a:pt x="2137789" y="1361009"/>
                  <a:pt x="2073580" y="1425219"/>
                  <a:pt x="1994414" y="1425219"/>
                </a:cubicBezTo>
                <a:lnTo>
                  <a:pt x="143375" y="1425219"/>
                </a:lnTo>
                <a:cubicBezTo>
                  <a:pt x="64210" y="1425219"/>
                  <a:pt x="0" y="1361009"/>
                  <a:pt x="0" y="1281844"/>
                </a:cubicBezTo>
                <a:lnTo>
                  <a:pt x="0" y="143375"/>
                </a:lnTo>
                <a:close/>
              </a:path>
            </a:pathLst>
          </a:custGeom>
          <a:solidFill>
            <a:srgbClr val="F7F8FC"/>
          </a:solidFill>
          <a:ln w="19050" cap="flat">
            <a:solidFill>
              <a:srgbClr val="7B40A7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B4FCAA78-4FCD-417E-9D94-25CC9B5128D4}"/>
              </a:ext>
            </a:extLst>
          </p:cNvPr>
          <p:cNvSpPr txBox="1"/>
          <p:nvPr/>
        </p:nvSpPr>
        <p:spPr>
          <a:xfrm>
            <a:off x="1439989" y="5309736"/>
            <a:ext cx="17701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Evidence Gap</a:t>
            </a:r>
          </a:p>
        </p:txBody>
      </p:sp>
      <p:cxnSp>
        <p:nvCxnSpPr>
          <p:cNvPr id="140" name="直接箭头连接符 139">
            <a:extLst>
              <a:ext uri="{FF2B5EF4-FFF2-40B4-BE49-F238E27FC236}">
                <a16:creationId xmlns:a16="http://schemas.microsoft.com/office/drawing/2014/main" id="{62DE90FF-8B8E-4D82-9BCC-7C99FCAEB54F}"/>
              </a:ext>
            </a:extLst>
          </p:cNvPr>
          <p:cNvCxnSpPr>
            <a:cxnSpLocks/>
          </p:cNvCxnSpPr>
          <p:nvPr/>
        </p:nvCxnSpPr>
        <p:spPr>
          <a:xfrm flipH="1">
            <a:off x="2243905" y="5108698"/>
            <a:ext cx="8196" cy="232298"/>
          </a:xfrm>
          <a:prstGeom prst="straightConnector1">
            <a:avLst/>
          </a:prstGeom>
          <a:ln w="25400">
            <a:solidFill>
              <a:srgbClr val="5A5A5A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27D8D35C-8249-4941-8684-90A7548657D7}"/>
              </a:ext>
            </a:extLst>
          </p:cNvPr>
          <p:cNvCxnSpPr>
            <a:cxnSpLocks/>
          </p:cNvCxnSpPr>
          <p:nvPr/>
        </p:nvCxnSpPr>
        <p:spPr>
          <a:xfrm>
            <a:off x="2243905" y="5108698"/>
            <a:ext cx="7232036" cy="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连接符 140">
            <a:extLst>
              <a:ext uri="{FF2B5EF4-FFF2-40B4-BE49-F238E27FC236}">
                <a16:creationId xmlns:a16="http://schemas.microsoft.com/office/drawing/2014/main" id="{A64F081A-85FD-47B3-B1E5-8722D97DF22B}"/>
              </a:ext>
            </a:extLst>
          </p:cNvPr>
          <p:cNvCxnSpPr>
            <a:cxnSpLocks/>
          </p:cNvCxnSpPr>
          <p:nvPr/>
        </p:nvCxnSpPr>
        <p:spPr>
          <a:xfrm>
            <a:off x="9475941" y="4765300"/>
            <a:ext cx="0" cy="343398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9B7EC285-5919-4B5B-B5F2-D9E071B7DCC8}"/>
              </a:ext>
            </a:extLst>
          </p:cNvPr>
          <p:cNvCxnSpPr>
            <a:cxnSpLocks/>
          </p:cNvCxnSpPr>
          <p:nvPr/>
        </p:nvCxnSpPr>
        <p:spPr>
          <a:xfrm>
            <a:off x="3090862" y="5507686"/>
            <a:ext cx="485458" cy="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连接符 142">
            <a:extLst>
              <a:ext uri="{FF2B5EF4-FFF2-40B4-BE49-F238E27FC236}">
                <a16:creationId xmlns:a16="http://schemas.microsoft.com/office/drawing/2014/main" id="{A5DB84BB-A4D1-4DC3-BF75-8FDA3F221C58}"/>
              </a:ext>
            </a:extLst>
          </p:cNvPr>
          <p:cNvCxnSpPr>
            <a:cxnSpLocks/>
          </p:cNvCxnSpPr>
          <p:nvPr/>
        </p:nvCxnSpPr>
        <p:spPr>
          <a:xfrm>
            <a:off x="3066473" y="5876485"/>
            <a:ext cx="509847" cy="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连接符 143">
            <a:extLst>
              <a:ext uri="{FF2B5EF4-FFF2-40B4-BE49-F238E27FC236}">
                <a16:creationId xmlns:a16="http://schemas.microsoft.com/office/drawing/2014/main" id="{02444877-B739-4761-9C45-DD6AE43F4CD5}"/>
              </a:ext>
            </a:extLst>
          </p:cNvPr>
          <p:cNvCxnSpPr>
            <a:cxnSpLocks/>
          </p:cNvCxnSpPr>
          <p:nvPr/>
        </p:nvCxnSpPr>
        <p:spPr>
          <a:xfrm>
            <a:off x="3076175" y="6312678"/>
            <a:ext cx="509847" cy="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接连接符 144">
            <a:extLst>
              <a:ext uri="{FF2B5EF4-FFF2-40B4-BE49-F238E27FC236}">
                <a16:creationId xmlns:a16="http://schemas.microsoft.com/office/drawing/2014/main" id="{95F9403B-8DA0-44CB-8044-57FF94B705F6}"/>
              </a:ext>
            </a:extLst>
          </p:cNvPr>
          <p:cNvCxnSpPr>
            <a:cxnSpLocks/>
          </p:cNvCxnSpPr>
          <p:nvPr/>
        </p:nvCxnSpPr>
        <p:spPr>
          <a:xfrm flipV="1">
            <a:off x="3576320" y="5507686"/>
            <a:ext cx="0" cy="804992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0998F5D1-A243-46AF-951B-2070E5E5A8D8}"/>
              </a:ext>
            </a:extLst>
          </p:cNvPr>
          <p:cNvCxnSpPr>
            <a:cxnSpLocks/>
          </p:cNvCxnSpPr>
          <p:nvPr/>
        </p:nvCxnSpPr>
        <p:spPr>
          <a:xfrm flipV="1">
            <a:off x="3576320" y="5876484"/>
            <a:ext cx="344451" cy="1"/>
          </a:xfrm>
          <a:prstGeom prst="straightConnector1">
            <a:avLst/>
          </a:prstGeom>
          <a:ln w="25400">
            <a:solidFill>
              <a:srgbClr val="5A5A5A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矩形: 圆角 13">
            <a:extLst>
              <a:ext uri="{FF2B5EF4-FFF2-40B4-BE49-F238E27FC236}">
                <a16:creationId xmlns:a16="http://schemas.microsoft.com/office/drawing/2014/main" id="{77133BA8-D5D8-4E00-A365-42CA43C1F81D}"/>
              </a:ext>
            </a:extLst>
          </p:cNvPr>
          <p:cNvSpPr/>
          <p:nvPr/>
        </p:nvSpPr>
        <p:spPr>
          <a:xfrm>
            <a:off x="3938472" y="5340996"/>
            <a:ext cx="2823007" cy="1120291"/>
          </a:xfrm>
          <a:custGeom>
            <a:avLst/>
            <a:gdLst>
              <a:gd name="connsiteX0" fmla="*/ 0 w 3900792"/>
              <a:gd name="connsiteY0" fmla="*/ 438564 h 2631331"/>
              <a:gd name="connsiteX1" fmla="*/ 438564 w 3900792"/>
              <a:gd name="connsiteY1" fmla="*/ 0 h 2631331"/>
              <a:gd name="connsiteX2" fmla="*/ 3462228 w 3900792"/>
              <a:gd name="connsiteY2" fmla="*/ 0 h 2631331"/>
              <a:gd name="connsiteX3" fmla="*/ 3900792 w 3900792"/>
              <a:gd name="connsiteY3" fmla="*/ 438564 h 2631331"/>
              <a:gd name="connsiteX4" fmla="*/ 3900792 w 3900792"/>
              <a:gd name="connsiteY4" fmla="*/ 2192767 h 2631331"/>
              <a:gd name="connsiteX5" fmla="*/ 3462228 w 3900792"/>
              <a:gd name="connsiteY5" fmla="*/ 2631331 h 2631331"/>
              <a:gd name="connsiteX6" fmla="*/ 438564 w 3900792"/>
              <a:gd name="connsiteY6" fmla="*/ 2631331 h 2631331"/>
              <a:gd name="connsiteX7" fmla="*/ 0 w 3900792"/>
              <a:gd name="connsiteY7" fmla="*/ 2192767 h 2631331"/>
              <a:gd name="connsiteX8" fmla="*/ 0 w 3900792"/>
              <a:gd name="connsiteY8" fmla="*/ 438564 h 2631331"/>
              <a:gd name="connsiteX0" fmla="*/ 0 w 3900792"/>
              <a:gd name="connsiteY0" fmla="*/ 438564 h 2631331"/>
              <a:gd name="connsiteX1" fmla="*/ 438564 w 3900792"/>
              <a:gd name="connsiteY1" fmla="*/ 0 h 2631331"/>
              <a:gd name="connsiteX2" fmla="*/ 3462228 w 3900792"/>
              <a:gd name="connsiteY2" fmla="*/ 0 h 2631331"/>
              <a:gd name="connsiteX3" fmla="*/ 3900792 w 3900792"/>
              <a:gd name="connsiteY3" fmla="*/ 438564 h 2631331"/>
              <a:gd name="connsiteX4" fmla="*/ 3900792 w 3900792"/>
              <a:gd name="connsiteY4" fmla="*/ 2192767 h 2631331"/>
              <a:gd name="connsiteX5" fmla="*/ 3462228 w 3900792"/>
              <a:gd name="connsiteY5" fmla="*/ 2631331 h 2631331"/>
              <a:gd name="connsiteX6" fmla="*/ 438564 w 3900792"/>
              <a:gd name="connsiteY6" fmla="*/ 2631331 h 2631331"/>
              <a:gd name="connsiteX7" fmla="*/ 0 w 3900792"/>
              <a:gd name="connsiteY7" fmla="*/ 2360407 h 2631331"/>
              <a:gd name="connsiteX8" fmla="*/ 0 w 3900792"/>
              <a:gd name="connsiteY8" fmla="*/ 438564 h 2631331"/>
              <a:gd name="connsiteX0" fmla="*/ 703 w 3901495"/>
              <a:gd name="connsiteY0" fmla="*/ 438564 h 2638951"/>
              <a:gd name="connsiteX1" fmla="*/ 439267 w 3901495"/>
              <a:gd name="connsiteY1" fmla="*/ 0 h 2638951"/>
              <a:gd name="connsiteX2" fmla="*/ 3462931 w 3901495"/>
              <a:gd name="connsiteY2" fmla="*/ 0 h 2638951"/>
              <a:gd name="connsiteX3" fmla="*/ 3901495 w 3901495"/>
              <a:gd name="connsiteY3" fmla="*/ 438564 h 2638951"/>
              <a:gd name="connsiteX4" fmla="*/ 3901495 w 3901495"/>
              <a:gd name="connsiteY4" fmla="*/ 2192767 h 2638951"/>
              <a:gd name="connsiteX5" fmla="*/ 3462931 w 3901495"/>
              <a:gd name="connsiteY5" fmla="*/ 2631331 h 2638951"/>
              <a:gd name="connsiteX6" fmla="*/ 218287 w 3901495"/>
              <a:gd name="connsiteY6" fmla="*/ 2638951 h 2638951"/>
              <a:gd name="connsiteX7" fmla="*/ 703 w 3901495"/>
              <a:gd name="connsiteY7" fmla="*/ 2360407 h 2638951"/>
              <a:gd name="connsiteX8" fmla="*/ 703 w 3901495"/>
              <a:gd name="connsiteY8" fmla="*/ 438564 h 2638951"/>
              <a:gd name="connsiteX0" fmla="*/ 703 w 3901495"/>
              <a:gd name="connsiteY0" fmla="*/ 263304 h 2638951"/>
              <a:gd name="connsiteX1" fmla="*/ 439267 w 3901495"/>
              <a:gd name="connsiteY1" fmla="*/ 0 h 2638951"/>
              <a:gd name="connsiteX2" fmla="*/ 3462931 w 3901495"/>
              <a:gd name="connsiteY2" fmla="*/ 0 h 2638951"/>
              <a:gd name="connsiteX3" fmla="*/ 3901495 w 3901495"/>
              <a:gd name="connsiteY3" fmla="*/ 438564 h 2638951"/>
              <a:gd name="connsiteX4" fmla="*/ 3901495 w 3901495"/>
              <a:gd name="connsiteY4" fmla="*/ 2192767 h 2638951"/>
              <a:gd name="connsiteX5" fmla="*/ 3462931 w 3901495"/>
              <a:gd name="connsiteY5" fmla="*/ 2631331 h 2638951"/>
              <a:gd name="connsiteX6" fmla="*/ 218287 w 3901495"/>
              <a:gd name="connsiteY6" fmla="*/ 2638951 h 2638951"/>
              <a:gd name="connsiteX7" fmla="*/ 703 w 3901495"/>
              <a:gd name="connsiteY7" fmla="*/ 2360407 h 2638951"/>
              <a:gd name="connsiteX8" fmla="*/ 703 w 3901495"/>
              <a:gd name="connsiteY8" fmla="*/ 263304 h 2638951"/>
              <a:gd name="connsiteX0" fmla="*/ 703 w 3901495"/>
              <a:gd name="connsiteY0" fmla="*/ 263304 h 2638951"/>
              <a:gd name="connsiteX1" fmla="*/ 256387 w 3901495"/>
              <a:gd name="connsiteY1" fmla="*/ 0 h 2638951"/>
              <a:gd name="connsiteX2" fmla="*/ 3462931 w 3901495"/>
              <a:gd name="connsiteY2" fmla="*/ 0 h 2638951"/>
              <a:gd name="connsiteX3" fmla="*/ 3901495 w 3901495"/>
              <a:gd name="connsiteY3" fmla="*/ 438564 h 2638951"/>
              <a:gd name="connsiteX4" fmla="*/ 3901495 w 3901495"/>
              <a:gd name="connsiteY4" fmla="*/ 2192767 h 2638951"/>
              <a:gd name="connsiteX5" fmla="*/ 3462931 w 3901495"/>
              <a:gd name="connsiteY5" fmla="*/ 2631331 h 2638951"/>
              <a:gd name="connsiteX6" fmla="*/ 218287 w 3901495"/>
              <a:gd name="connsiteY6" fmla="*/ 2638951 h 2638951"/>
              <a:gd name="connsiteX7" fmla="*/ 703 w 3901495"/>
              <a:gd name="connsiteY7" fmla="*/ 2360407 h 2638951"/>
              <a:gd name="connsiteX8" fmla="*/ 703 w 3901495"/>
              <a:gd name="connsiteY8" fmla="*/ 263304 h 2638951"/>
              <a:gd name="connsiteX0" fmla="*/ 703 w 3913454"/>
              <a:gd name="connsiteY0" fmla="*/ 263304 h 2638951"/>
              <a:gd name="connsiteX1" fmla="*/ 256387 w 3913454"/>
              <a:gd name="connsiteY1" fmla="*/ 0 h 2638951"/>
              <a:gd name="connsiteX2" fmla="*/ 3737251 w 3913454"/>
              <a:gd name="connsiteY2" fmla="*/ 0 h 2638951"/>
              <a:gd name="connsiteX3" fmla="*/ 3901495 w 3913454"/>
              <a:gd name="connsiteY3" fmla="*/ 438564 h 2638951"/>
              <a:gd name="connsiteX4" fmla="*/ 3901495 w 3913454"/>
              <a:gd name="connsiteY4" fmla="*/ 2192767 h 2638951"/>
              <a:gd name="connsiteX5" fmla="*/ 3462931 w 3913454"/>
              <a:gd name="connsiteY5" fmla="*/ 2631331 h 2638951"/>
              <a:gd name="connsiteX6" fmla="*/ 218287 w 3913454"/>
              <a:gd name="connsiteY6" fmla="*/ 2638951 h 2638951"/>
              <a:gd name="connsiteX7" fmla="*/ 703 w 3913454"/>
              <a:gd name="connsiteY7" fmla="*/ 2360407 h 2638951"/>
              <a:gd name="connsiteX8" fmla="*/ 703 w 3913454"/>
              <a:gd name="connsiteY8" fmla="*/ 263304 h 2638951"/>
              <a:gd name="connsiteX0" fmla="*/ 703 w 3924038"/>
              <a:gd name="connsiteY0" fmla="*/ 263304 h 2638951"/>
              <a:gd name="connsiteX1" fmla="*/ 256387 w 3924038"/>
              <a:gd name="connsiteY1" fmla="*/ 0 h 2638951"/>
              <a:gd name="connsiteX2" fmla="*/ 3737251 w 3924038"/>
              <a:gd name="connsiteY2" fmla="*/ 0 h 2638951"/>
              <a:gd name="connsiteX3" fmla="*/ 3916735 w 3924038"/>
              <a:gd name="connsiteY3" fmla="*/ 240444 h 2638951"/>
              <a:gd name="connsiteX4" fmla="*/ 3901495 w 3924038"/>
              <a:gd name="connsiteY4" fmla="*/ 2192767 h 2638951"/>
              <a:gd name="connsiteX5" fmla="*/ 3462931 w 3924038"/>
              <a:gd name="connsiteY5" fmla="*/ 2631331 h 2638951"/>
              <a:gd name="connsiteX6" fmla="*/ 218287 w 3924038"/>
              <a:gd name="connsiteY6" fmla="*/ 2638951 h 2638951"/>
              <a:gd name="connsiteX7" fmla="*/ 703 w 3924038"/>
              <a:gd name="connsiteY7" fmla="*/ 2360407 h 2638951"/>
              <a:gd name="connsiteX8" fmla="*/ 703 w 3924038"/>
              <a:gd name="connsiteY8" fmla="*/ 263304 h 2638951"/>
              <a:gd name="connsiteX0" fmla="*/ 703 w 3916735"/>
              <a:gd name="connsiteY0" fmla="*/ 263304 h 2638951"/>
              <a:gd name="connsiteX1" fmla="*/ 256387 w 3916735"/>
              <a:gd name="connsiteY1" fmla="*/ 0 h 2638951"/>
              <a:gd name="connsiteX2" fmla="*/ 3661051 w 3916735"/>
              <a:gd name="connsiteY2" fmla="*/ 0 h 2638951"/>
              <a:gd name="connsiteX3" fmla="*/ 3916735 w 3916735"/>
              <a:gd name="connsiteY3" fmla="*/ 240444 h 2638951"/>
              <a:gd name="connsiteX4" fmla="*/ 3901495 w 3916735"/>
              <a:gd name="connsiteY4" fmla="*/ 2192767 h 2638951"/>
              <a:gd name="connsiteX5" fmla="*/ 3462931 w 3916735"/>
              <a:gd name="connsiteY5" fmla="*/ 2631331 h 2638951"/>
              <a:gd name="connsiteX6" fmla="*/ 218287 w 3916735"/>
              <a:gd name="connsiteY6" fmla="*/ 2638951 h 2638951"/>
              <a:gd name="connsiteX7" fmla="*/ 703 w 3916735"/>
              <a:gd name="connsiteY7" fmla="*/ 2360407 h 2638951"/>
              <a:gd name="connsiteX8" fmla="*/ 703 w 3916735"/>
              <a:gd name="connsiteY8" fmla="*/ 263304 h 2638951"/>
              <a:gd name="connsiteX0" fmla="*/ 703 w 3916735"/>
              <a:gd name="connsiteY0" fmla="*/ 263304 h 2638951"/>
              <a:gd name="connsiteX1" fmla="*/ 256387 w 3916735"/>
              <a:gd name="connsiteY1" fmla="*/ 0 h 2638951"/>
              <a:gd name="connsiteX2" fmla="*/ 3661051 w 3916735"/>
              <a:gd name="connsiteY2" fmla="*/ 0 h 2638951"/>
              <a:gd name="connsiteX3" fmla="*/ 3916735 w 3916735"/>
              <a:gd name="connsiteY3" fmla="*/ 240444 h 2638951"/>
              <a:gd name="connsiteX4" fmla="*/ 3901495 w 3916735"/>
              <a:gd name="connsiteY4" fmla="*/ 2192767 h 2638951"/>
              <a:gd name="connsiteX5" fmla="*/ 3683911 w 3916735"/>
              <a:gd name="connsiteY5" fmla="*/ 2638951 h 2638951"/>
              <a:gd name="connsiteX6" fmla="*/ 218287 w 3916735"/>
              <a:gd name="connsiteY6" fmla="*/ 2638951 h 2638951"/>
              <a:gd name="connsiteX7" fmla="*/ 703 w 3916735"/>
              <a:gd name="connsiteY7" fmla="*/ 2360407 h 2638951"/>
              <a:gd name="connsiteX8" fmla="*/ 703 w 3916735"/>
              <a:gd name="connsiteY8" fmla="*/ 263304 h 2638951"/>
              <a:gd name="connsiteX0" fmla="*/ 703 w 3916735"/>
              <a:gd name="connsiteY0" fmla="*/ 263304 h 2641396"/>
              <a:gd name="connsiteX1" fmla="*/ 256387 w 3916735"/>
              <a:gd name="connsiteY1" fmla="*/ 0 h 2641396"/>
              <a:gd name="connsiteX2" fmla="*/ 3661051 w 3916735"/>
              <a:gd name="connsiteY2" fmla="*/ 0 h 2641396"/>
              <a:gd name="connsiteX3" fmla="*/ 3916735 w 3916735"/>
              <a:gd name="connsiteY3" fmla="*/ 240444 h 2641396"/>
              <a:gd name="connsiteX4" fmla="*/ 3893875 w 3916735"/>
              <a:gd name="connsiteY4" fmla="*/ 2436607 h 2641396"/>
              <a:gd name="connsiteX5" fmla="*/ 3683911 w 3916735"/>
              <a:gd name="connsiteY5" fmla="*/ 2638951 h 2641396"/>
              <a:gd name="connsiteX6" fmla="*/ 218287 w 3916735"/>
              <a:gd name="connsiteY6" fmla="*/ 2638951 h 2641396"/>
              <a:gd name="connsiteX7" fmla="*/ 703 w 3916735"/>
              <a:gd name="connsiteY7" fmla="*/ 2360407 h 2641396"/>
              <a:gd name="connsiteX8" fmla="*/ 703 w 3916735"/>
              <a:gd name="connsiteY8" fmla="*/ 263304 h 2641396"/>
              <a:gd name="connsiteX0" fmla="*/ 703 w 3916735"/>
              <a:gd name="connsiteY0" fmla="*/ 263304 h 2641396"/>
              <a:gd name="connsiteX1" fmla="*/ 256387 w 3916735"/>
              <a:gd name="connsiteY1" fmla="*/ 0 h 2641396"/>
              <a:gd name="connsiteX2" fmla="*/ 3661051 w 3916735"/>
              <a:gd name="connsiteY2" fmla="*/ 0 h 2641396"/>
              <a:gd name="connsiteX3" fmla="*/ 3916735 w 3916735"/>
              <a:gd name="connsiteY3" fmla="*/ 240444 h 2641396"/>
              <a:gd name="connsiteX4" fmla="*/ 3893875 w 3916735"/>
              <a:gd name="connsiteY4" fmla="*/ 2436607 h 2641396"/>
              <a:gd name="connsiteX5" fmla="*/ 3592471 w 3916735"/>
              <a:gd name="connsiteY5" fmla="*/ 2638951 h 2641396"/>
              <a:gd name="connsiteX6" fmla="*/ 218287 w 3916735"/>
              <a:gd name="connsiteY6" fmla="*/ 2638951 h 2641396"/>
              <a:gd name="connsiteX7" fmla="*/ 703 w 3916735"/>
              <a:gd name="connsiteY7" fmla="*/ 2360407 h 2641396"/>
              <a:gd name="connsiteX8" fmla="*/ 703 w 3916735"/>
              <a:gd name="connsiteY8" fmla="*/ 263304 h 2641396"/>
              <a:gd name="connsiteX0" fmla="*/ 703 w 3916735"/>
              <a:gd name="connsiteY0" fmla="*/ 263304 h 2638951"/>
              <a:gd name="connsiteX1" fmla="*/ 256387 w 3916735"/>
              <a:gd name="connsiteY1" fmla="*/ 0 h 2638951"/>
              <a:gd name="connsiteX2" fmla="*/ 3661051 w 3916735"/>
              <a:gd name="connsiteY2" fmla="*/ 0 h 2638951"/>
              <a:gd name="connsiteX3" fmla="*/ 3916735 w 3916735"/>
              <a:gd name="connsiteY3" fmla="*/ 240444 h 2638951"/>
              <a:gd name="connsiteX4" fmla="*/ 3893875 w 3916735"/>
              <a:gd name="connsiteY4" fmla="*/ 2352787 h 2638951"/>
              <a:gd name="connsiteX5" fmla="*/ 3592471 w 3916735"/>
              <a:gd name="connsiteY5" fmla="*/ 2638951 h 2638951"/>
              <a:gd name="connsiteX6" fmla="*/ 218287 w 3916735"/>
              <a:gd name="connsiteY6" fmla="*/ 2638951 h 2638951"/>
              <a:gd name="connsiteX7" fmla="*/ 703 w 3916735"/>
              <a:gd name="connsiteY7" fmla="*/ 2360407 h 2638951"/>
              <a:gd name="connsiteX8" fmla="*/ 703 w 3916735"/>
              <a:gd name="connsiteY8" fmla="*/ 263304 h 2638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16735" h="2638951">
                <a:moveTo>
                  <a:pt x="703" y="263304"/>
                </a:moveTo>
                <a:cubicBezTo>
                  <a:pt x="703" y="21092"/>
                  <a:pt x="14175" y="0"/>
                  <a:pt x="256387" y="0"/>
                </a:cubicBezTo>
                <a:lnTo>
                  <a:pt x="3661051" y="0"/>
                </a:lnTo>
                <a:cubicBezTo>
                  <a:pt x="3903263" y="0"/>
                  <a:pt x="3916735" y="-1768"/>
                  <a:pt x="3916735" y="240444"/>
                </a:cubicBezTo>
                <a:lnTo>
                  <a:pt x="3893875" y="2352787"/>
                </a:lnTo>
                <a:cubicBezTo>
                  <a:pt x="3893875" y="2594999"/>
                  <a:pt x="3834683" y="2638951"/>
                  <a:pt x="3592471" y="2638951"/>
                </a:cubicBezTo>
                <a:lnTo>
                  <a:pt x="218287" y="2638951"/>
                </a:lnTo>
                <a:cubicBezTo>
                  <a:pt x="-23925" y="2638951"/>
                  <a:pt x="703" y="2602619"/>
                  <a:pt x="703" y="2360407"/>
                </a:cubicBezTo>
                <a:lnTo>
                  <a:pt x="703" y="263304"/>
                </a:lnTo>
                <a:close/>
              </a:path>
            </a:pathLst>
          </a:custGeom>
          <a:noFill/>
          <a:ln w="19050"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148" name="文本框 147">
            <a:extLst>
              <a:ext uri="{FF2B5EF4-FFF2-40B4-BE49-F238E27FC236}">
                <a16:creationId xmlns:a16="http://schemas.microsoft.com/office/drawing/2014/main" id="{C8869EE0-0BF6-450B-9BA5-F9B552C24D08}"/>
              </a:ext>
            </a:extLst>
          </p:cNvPr>
          <p:cNvSpPr txBox="1"/>
          <p:nvPr/>
        </p:nvSpPr>
        <p:spPr>
          <a:xfrm>
            <a:off x="4595004" y="5367920"/>
            <a:ext cx="13875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VEC-DPO</a:t>
            </a:r>
            <a:endParaRPr lang="zh-CN" altLang="en-US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CF28679D-071B-4D29-895D-9D2BC1FA0D7B}"/>
                  </a:ext>
                </a:extLst>
              </p:cNvPr>
              <p:cNvSpPr txBox="1"/>
              <p:nvPr/>
            </p:nvSpPr>
            <p:spPr>
              <a:xfrm>
                <a:off x="4225596" y="5782779"/>
                <a:ext cx="224875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𝑉𝐸𝐶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𝐷𝑃𝑂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altLang="zh-CN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𝐷𝑃𝑂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CF28679D-071B-4D29-895D-9D2BC1FA0D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5596" y="5782779"/>
                <a:ext cx="2248757" cy="276999"/>
              </a:xfrm>
              <a:prstGeom prst="rect">
                <a:avLst/>
              </a:prstGeom>
              <a:blipFill>
                <a:blip r:embed="rId13"/>
                <a:stretch>
                  <a:fillRect l="-1626" r="-542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文本框 148">
                <a:extLst>
                  <a:ext uri="{FF2B5EF4-FFF2-40B4-BE49-F238E27FC236}">
                    <a16:creationId xmlns:a16="http://schemas.microsoft.com/office/drawing/2014/main" id="{7AD31709-1422-415B-8C4F-C56026C9F69E}"/>
                  </a:ext>
                </a:extLst>
              </p:cNvPr>
              <p:cNvSpPr txBox="1"/>
              <p:nvPr/>
            </p:nvSpPr>
            <p:spPr>
              <a:xfrm>
                <a:off x="4031041" y="6047858"/>
                <a:ext cx="275838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=1+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altLang="zh-CN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149" name="文本框 148">
                <a:extLst>
                  <a:ext uri="{FF2B5EF4-FFF2-40B4-BE49-F238E27FC236}">
                    <a16:creationId xmlns:a16="http://schemas.microsoft.com/office/drawing/2014/main" id="{7AD31709-1422-415B-8C4F-C56026C9F6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1041" y="6047858"/>
                <a:ext cx="2758389" cy="64633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0" name="直接箭头连接符 149">
            <a:extLst>
              <a:ext uri="{FF2B5EF4-FFF2-40B4-BE49-F238E27FC236}">
                <a16:creationId xmlns:a16="http://schemas.microsoft.com/office/drawing/2014/main" id="{23973F3F-AFB5-444D-A1F2-07798A4A5173}"/>
              </a:ext>
            </a:extLst>
          </p:cNvPr>
          <p:cNvCxnSpPr>
            <a:cxnSpLocks/>
          </p:cNvCxnSpPr>
          <p:nvPr/>
        </p:nvCxnSpPr>
        <p:spPr>
          <a:xfrm flipV="1">
            <a:off x="6773610" y="5883821"/>
            <a:ext cx="666826" cy="1"/>
          </a:xfrm>
          <a:prstGeom prst="straightConnector1">
            <a:avLst/>
          </a:prstGeom>
          <a:ln w="25400">
            <a:solidFill>
              <a:srgbClr val="5A5A5A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1" name="图形 150">
            <a:extLst>
              <a:ext uri="{FF2B5EF4-FFF2-40B4-BE49-F238E27FC236}">
                <a16:creationId xmlns:a16="http://schemas.microsoft.com/office/drawing/2014/main" id="{B80112EF-BE93-4EC1-84B6-21BDD88F03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9950" y="5616670"/>
            <a:ext cx="466420" cy="466420"/>
          </a:xfrm>
          <a:prstGeom prst="rect">
            <a:avLst/>
          </a:prstGeom>
        </p:spPr>
      </p:pic>
      <p:sp>
        <p:nvSpPr>
          <p:cNvPr id="152" name="文本框 151">
            <a:extLst>
              <a:ext uri="{FF2B5EF4-FFF2-40B4-BE49-F238E27FC236}">
                <a16:creationId xmlns:a16="http://schemas.microsoft.com/office/drawing/2014/main" id="{CA4D1687-FF37-4CA5-8033-7A8DF47265B7}"/>
              </a:ext>
            </a:extLst>
          </p:cNvPr>
          <p:cNvSpPr txBox="1"/>
          <p:nvPr/>
        </p:nvSpPr>
        <p:spPr>
          <a:xfrm>
            <a:off x="8747517" y="6005162"/>
            <a:ext cx="16866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Calibrated MLLM</a:t>
            </a:r>
            <a:endParaRPr lang="zh-CN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524FC906-CD19-4FEF-ADDB-98B074923848}"/>
              </a:ext>
            </a:extLst>
          </p:cNvPr>
          <p:cNvCxnSpPr>
            <a:cxnSpLocks/>
          </p:cNvCxnSpPr>
          <p:nvPr/>
        </p:nvCxnSpPr>
        <p:spPr>
          <a:xfrm>
            <a:off x="8545737" y="5880713"/>
            <a:ext cx="550003" cy="0"/>
          </a:xfrm>
          <a:prstGeom prst="straightConnector1">
            <a:avLst/>
          </a:prstGeom>
          <a:ln w="25400">
            <a:solidFill>
              <a:srgbClr val="5A5A5A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任意多边形: 形状 153">
            <a:extLst>
              <a:ext uri="{FF2B5EF4-FFF2-40B4-BE49-F238E27FC236}">
                <a16:creationId xmlns:a16="http://schemas.microsoft.com/office/drawing/2014/main" id="{C944BBAF-4E12-4547-BD77-0E19F5C13982}"/>
              </a:ext>
            </a:extLst>
          </p:cNvPr>
          <p:cNvSpPr/>
          <p:nvPr/>
        </p:nvSpPr>
        <p:spPr>
          <a:xfrm>
            <a:off x="7501838" y="5715351"/>
            <a:ext cx="982497" cy="454165"/>
          </a:xfrm>
          <a:custGeom>
            <a:avLst/>
            <a:gdLst>
              <a:gd name="connsiteX0" fmla="*/ 0 w 1722697"/>
              <a:gd name="connsiteY0" fmla="*/ 22082 h 454165"/>
              <a:gd name="connsiteX1" fmla="*/ 22081 w 1722697"/>
              <a:gd name="connsiteY1" fmla="*/ 0 h 454165"/>
              <a:gd name="connsiteX2" fmla="*/ 1700616 w 1722697"/>
              <a:gd name="connsiteY2" fmla="*/ 0 h 454165"/>
              <a:gd name="connsiteX3" fmla="*/ 1722698 w 1722697"/>
              <a:gd name="connsiteY3" fmla="*/ 22082 h 454165"/>
              <a:gd name="connsiteX4" fmla="*/ 1722698 w 1722697"/>
              <a:gd name="connsiteY4" fmla="*/ 432084 h 454165"/>
              <a:gd name="connsiteX5" fmla="*/ 1700616 w 1722697"/>
              <a:gd name="connsiteY5" fmla="*/ 454166 h 454165"/>
              <a:gd name="connsiteX6" fmla="*/ 22081 w 1722697"/>
              <a:gd name="connsiteY6" fmla="*/ 454166 h 454165"/>
              <a:gd name="connsiteX7" fmla="*/ 0 w 1722697"/>
              <a:gd name="connsiteY7" fmla="*/ 432084 h 454165"/>
              <a:gd name="connsiteX8" fmla="*/ 0 w 1722697"/>
              <a:gd name="connsiteY8" fmla="*/ 22082 h 454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22697" h="454165">
                <a:moveTo>
                  <a:pt x="0" y="22082"/>
                </a:moveTo>
                <a:cubicBezTo>
                  <a:pt x="0" y="9866"/>
                  <a:pt x="9866" y="0"/>
                  <a:pt x="22081" y="0"/>
                </a:cubicBezTo>
                <a:lnTo>
                  <a:pt x="1700616" y="0"/>
                </a:lnTo>
                <a:cubicBezTo>
                  <a:pt x="1712831" y="0"/>
                  <a:pt x="1722698" y="9866"/>
                  <a:pt x="1722698" y="22082"/>
                </a:cubicBezTo>
                <a:lnTo>
                  <a:pt x="1722698" y="432084"/>
                </a:lnTo>
                <a:cubicBezTo>
                  <a:pt x="1722698" y="444299"/>
                  <a:pt x="1712831" y="454166"/>
                  <a:pt x="1700616" y="454166"/>
                </a:cubicBezTo>
                <a:lnTo>
                  <a:pt x="22081" y="454166"/>
                </a:lnTo>
                <a:cubicBezTo>
                  <a:pt x="9866" y="454166"/>
                  <a:pt x="0" y="444299"/>
                  <a:pt x="0" y="432084"/>
                </a:cubicBezTo>
                <a:lnTo>
                  <a:pt x="0" y="22082"/>
                </a:lnTo>
                <a:close/>
              </a:path>
            </a:pathLst>
          </a:custGeom>
          <a:solidFill>
            <a:schemeClr val="bg1"/>
          </a:solidFill>
          <a:ln w="23491" cap="flat">
            <a:solidFill>
              <a:srgbClr val="00B050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5" name="文本框 154">
            <a:extLst>
              <a:ext uri="{FF2B5EF4-FFF2-40B4-BE49-F238E27FC236}">
                <a16:creationId xmlns:a16="http://schemas.microsoft.com/office/drawing/2014/main" id="{4BCC55AA-E20F-43CE-883F-813CB39A2617}"/>
              </a:ext>
            </a:extLst>
          </p:cNvPr>
          <p:cNvSpPr txBox="1"/>
          <p:nvPr/>
        </p:nvSpPr>
        <p:spPr>
          <a:xfrm>
            <a:off x="7669198" y="5783172"/>
            <a:ext cx="668367" cy="3185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480" spc="0" baseline="0" dirty="0">
                <a:solidFill>
                  <a:srgbClr val="000000"/>
                </a:solidFill>
                <a:latin typeface="Calibri"/>
                <a:cs typeface="Calibri"/>
                <a:sym typeface="Calibri"/>
                <a:rtl val="0"/>
              </a:rPr>
              <a:t>MLLM</a:t>
            </a:r>
          </a:p>
        </p:txBody>
      </p:sp>
      <p:sp>
        <p:nvSpPr>
          <p:cNvPr id="156" name="任意多边形: 形状 155">
            <a:extLst>
              <a:ext uri="{FF2B5EF4-FFF2-40B4-BE49-F238E27FC236}">
                <a16:creationId xmlns:a16="http://schemas.microsoft.com/office/drawing/2014/main" id="{7D2A9E43-7A4B-4802-BDB7-76C440EA9452}"/>
              </a:ext>
            </a:extLst>
          </p:cNvPr>
          <p:cNvSpPr/>
          <p:nvPr/>
        </p:nvSpPr>
        <p:spPr>
          <a:xfrm>
            <a:off x="8272705" y="5970806"/>
            <a:ext cx="113953" cy="148778"/>
          </a:xfrm>
          <a:custGeom>
            <a:avLst/>
            <a:gdLst>
              <a:gd name="connsiteX0" fmla="*/ 100386 w 113953"/>
              <a:gd name="connsiteY0" fmla="*/ 32183 h 148778"/>
              <a:gd name="connsiteX1" fmla="*/ 78696 w 113953"/>
              <a:gd name="connsiteY1" fmla="*/ 65071 h 148778"/>
              <a:gd name="connsiteX2" fmla="*/ 65776 w 113953"/>
              <a:gd name="connsiteY2" fmla="*/ 0 h 148778"/>
              <a:gd name="connsiteX3" fmla="*/ 30539 w 113953"/>
              <a:gd name="connsiteY3" fmla="*/ 83707 h 148778"/>
              <a:gd name="connsiteX4" fmla="*/ 17618 w 113953"/>
              <a:gd name="connsiteY4" fmla="*/ 51446 h 148778"/>
              <a:gd name="connsiteX5" fmla="*/ 0 w 113953"/>
              <a:gd name="connsiteY5" fmla="*/ 88641 h 148778"/>
              <a:gd name="connsiteX6" fmla="*/ 57006 w 113953"/>
              <a:gd name="connsiteY6" fmla="*/ 148778 h 148778"/>
              <a:gd name="connsiteX7" fmla="*/ 113933 w 113953"/>
              <a:gd name="connsiteY7" fmla="*/ 88641 h 148778"/>
              <a:gd name="connsiteX8" fmla="*/ 100464 w 113953"/>
              <a:gd name="connsiteY8" fmla="*/ 32262 h 148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3953" h="148778">
                <a:moveTo>
                  <a:pt x="100386" y="32183"/>
                </a:moveTo>
                <a:cubicBezTo>
                  <a:pt x="81045" y="37743"/>
                  <a:pt x="77443" y="54500"/>
                  <a:pt x="78696" y="65071"/>
                </a:cubicBezTo>
                <a:cubicBezTo>
                  <a:pt x="65149" y="47687"/>
                  <a:pt x="65776" y="28503"/>
                  <a:pt x="65776" y="0"/>
                </a:cubicBezTo>
                <a:cubicBezTo>
                  <a:pt x="21769" y="17384"/>
                  <a:pt x="31714" y="68203"/>
                  <a:pt x="30539" y="83707"/>
                </a:cubicBezTo>
                <a:cubicBezTo>
                  <a:pt x="19968" y="74389"/>
                  <a:pt x="17618" y="51446"/>
                  <a:pt x="17618" y="51446"/>
                </a:cubicBezTo>
                <a:cubicBezTo>
                  <a:pt x="5873" y="57632"/>
                  <a:pt x="0" y="75016"/>
                  <a:pt x="0" y="88641"/>
                </a:cubicBezTo>
                <a:cubicBezTo>
                  <a:pt x="0" y="122155"/>
                  <a:pt x="25292" y="148778"/>
                  <a:pt x="57006" y="148778"/>
                </a:cubicBezTo>
                <a:cubicBezTo>
                  <a:pt x="88719" y="148778"/>
                  <a:pt x="113933" y="122155"/>
                  <a:pt x="113933" y="88641"/>
                </a:cubicBezTo>
                <a:cubicBezTo>
                  <a:pt x="114559" y="68830"/>
                  <a:pt x="100464" y="59511"/>
                  <a:pt x="100464" y="32262"/>
                </a:cubicBezTo>
                <a:close/>
              </a:path>
            </a:pathLst>
          </a:custGeom>
          <a:solidFill>
            <a:srgbClr val="C00000"/>
          </a:solidFill>
          <a:ln w="783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DB63B83B-C7F8-4C59-AD45-D6EFF8C80834}"/>
              </a:ext>
            </a:extLst>
          </p:cNvPr>
          <p:cNvSpPr txBox="1"/>
          <p:nvPr/>
        </p:nvSpPr>
        <p:spPr>
          <a:xfrm>
            <a:off x="7534609" y="6140886"/>
            <a:ext cx="1053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</a:t>
            </a:r>
          </a:p>
        </p:txBody>
      </p:sp>
      <p:cxnSp>
        <p:nvCxnSpPr>
          <p:cNvPr id="158" name="直接连接符 157">
            <a:extLst>
              <a:ext uri="{FF2B5EF4-FFF2-40B4-BE49-F238E27FC236}">
                <a16:creationId xmlns:a16="http://schemas.microsoft.com/office/drawing/2014/main" id="{A73C27FA-A677-44E5-815C-D05EF33CA659}"/>
              </a:ext>
            </a:extLst>
          </p:cNvPr>
          <p:cNvCxnSpPr>
            <a:cxnSpLocks/>
          </p:cNvCxnSpPr>
          <p:nvPr/>
        </p:nvCxnSpPr>
        <p:spPr>
          <a:xfrm>
            <a:off x="4390516" y="2925032"/>
            <a:ext cx="0" cy="126315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接连接符 158">
            <a:extLst>
              <a:ext uri="{FF2B5EF4-FFF2-40B4-BE49-F238E27FC236}">
                <a16:creationId xmlns:a16="http://schemas.microsoft.com/office/drawing/2014/main" id="{E1018A5D-B365-4BAF-AED4-50BC2D2D3211}"/>
              </a:ext>
            </a:extLst>
          </p:cNvPr>
          <p:cNvCxnSpPr>
            <a:cxnSpLocks/>
          </p:cNvCxnSpPr>
          <p:nvPr/>
        </p:nvCxnSpPr>
        <p:spPr>
          <a:xfrm flipV="1">
            <a:off x="4386324" y="3048437"/>
            <a:ext cx="3447484" cy="291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接箭头连接符 160">
            <a:extLst>
              <a:ext uri="{FF2B5EF4-FFF2-40B4-BE49-F238E27FC236}">
                <a16:creationId xmlns:a16="http://schemas.microsoft.com/office/drawing/2014/main" id="{62BFF485-8D95-4429-BE90-2E64E2FA139C}"/>
              </a:ext>
            </a:extLst>
          </p:cNvPr>
          <p:cNvCxnSpPr>
            <a:cxnSpLocks/>
            <a:endCxn id="131" idx="0"/>
          </p:cNvCxnSpPr>
          <p:nvPr/>
        </p:nvCxnSpPr>
        <p:spPr>
          <a:xfrm>
            <a:off x="6344765" y="3048437"/>
            <a:ext cx="0" cy="474501"/>
          </a:xfrm>
          <a:prstGeom prst="straightConnector1">
            <a:avLst/>
          </a:prstGeom>
          <a:ln w="25400">
            <a:solidFill>
              <a:srgbClr val="5A5A5A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接箭头连接符 161">
            <a:extLst>
              <a:ext uri="{FF2B5EF4-FFF2-40B4-BE49-F238E27FC236}">
                <a16:creationId xmlns:a16="http://schemas.microsoft.com/office/drawing/2014/main" id="{52856F7F-69F1-4894-B9F7-9783066B7FC5}"/>
              </a:ext>
            </a:extLst>
          </p:cNvPr>
          <p:cNvCxnSpPr>
            <a:cxnSpLocks/>
            <a:endCxn id="96" idx="0"/>
          </p:cNvCxnSpPr>
          <p:nvPr/>
        </p:nvCxnSpPr>
        <p:spPr>
          <a:xfrm>
            <a:off x="7833808" y="3048437"/>
            <a:ext cx="0" cy="474501"/>
          </a:xfrm>
          <a:prstGeom prst="straightConnector1">
            <a:avLst/>
          </a:prstGeom>
          <a:ln w="25400">
            <a:solidFill>
              <a:srgbClr val="5A5A5A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接箭头连接符 162">
            <a:extLst>
              <a:ext uri="{FF2B5EF4-FFF2-40B4-BE49-F238E27FC236}">
                <a16:creationId xmlns:a16="http://schemas.microsoft.com/office/drawing/2014/main" id="{35387D30-7E97-4737-AA97-07C270317F5E}"/>
              </a:ext>
            </a:extLst>
          </p:cNvPr>
          <p:cNvCxnSpPr>
            <a:cxnSpLocks/>
          </p:cNvCxnSpPr>
          <p:nvPr/>
        </p:nvCxnSpPr>
        <p:spPr>
          <a:xfrm>
            <a:off x="9612431" y="2769906"/>
            <a:ext cx="729" cy="764011"/>
          </a:xfrm>
          <a:prstGeom prst="straightConnector1">
            <a:avLst/>
          </a:prstGeom>
          <a:ln w="25400">
            <a:solidFill>
              <a:srgbClr val="5A5A5A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CEF4786-9D47-4C14-8249-B905EBBA53F2}"/>
              </a:ext>
            </a:extLst>
          </p:cNvPr>
          <p:cNvSpPr/>
          <p:nvPr/>
        </p:nvSpPr>
        <p:spPr>
          <a:xfrm>
            <a:off x="914231" y="123520"/>
            <a:ext cx="9469142" cy="6610960"/>
          </a:xfrm>
          <a:prstGeom prst="roundRect">
            <a:avLst>
              <a:gd name="adj" fmla="val 4613"/>
            </a:avLst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0" name="矩形: 圆角 159">
            <a:extLst>
              <a:ext uri="{FF2B5EF4-FFF2-40B4-BE49-F238E27FC236}">
                <a16:creationId xmlns:a16="http://schemas.microsoft.com/office/drawing/2014/main" id="{4E491850-28BB-4BE6-A87F-575D4EBC96A8}"/>
              </a:ext>
            </a:extLst>
          </p:cNvPr>
          <p:cNvSpPr/>
          <p:nvPr/>
        </p:nvSpPr>
        <p:spPr>
          <a:xfrm>
            <a:off x="1191412" y="5231154"/>
            <a:ext cx="8995017" cy="1378122"/>
          </a:xfrm>
          <a:prstGeom prst="roundRect">
            <a:avLst>
              <a:gd name="adj" fmla="val 4613"/>
            </a:avLst>
          </a:prstGeom>
          <a:noFill/>
          <a:ln w="19050">
            <a:solidFill>
              <a:srgbClr val="92D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4" name="矩形: 圆角 163">
            <a:extLst>
              <a:ext uri="{FF2B5EF4-FFF2-40B4-BE49-F238E27FC236}">
                <a16:creationId xmlns:a16="http://schemas.microsoft.com/office/drawing/2014/main" id="{2D0D70E5-9C66-4621-87AC-69E72D0A3C81}"/>
              </a:ext>
            </a:extLst>
          </p:cNvPr>
          <p:cNvSpPr/>
          <p:nvPr/>
        </p:nvSpPr>
        <p:spPr>
          <a:xfrm>
            <a:off x="1191411" y="3138247"/>
            <a:ext cx="8995017" cy="1779394"/>
          </a:xfrm>
          <a:prstGeom prst="roundRect">
            <a:avLst>
              <a:gd name="adj" fmla="val 4613"/>
            </a:avLst>
          </a:prstGeom>
          <a:noFill/>
          <a:ln w="19050">
            <a:solidFill>
              <a:srgbClr val="793CA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5" name="直接连接符 164">
            <a:extLst>
              <a:ext uri="{FF2B5EF4-FFF2-40B4-BE49-F238E27FC236}">
                <a16:creationId xmlns:a16="http://schemas.microsoft.com/office/drawing/2014/main" id="{F28B6583-2BED-4447-B4D2-940DDE4128EE}"/>
              </a:ext>
            </a:extLst>
          </p:cNvPr>
          <p:cNvCxnSpPr>
            <a:cxnSpLocks/>
          </p:cNvCxnSpPr>
          <p:nvPr/>
        </p:nvCxnSpPr>
        <p:spPr>
          <a:xfrm>
            <a:off x="5242560" y="1130878"/>
            <a:ext cx="0" cy="1450666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接连接符 165">
            <a:extLst>
              <a:ext uri="{FF2B5EF4-FFF2-40B4-BE49-F238E27FC236}">
                <a16:creationId xmlns:a16="http://schemas.microsoft.com/office/drawing/2014/main" id="{67CC3402-47C7-40F7-BCBC-0BA1E8EC149E}"/>
              </a:ext>
            </a:extLst>
          </p:cNvPr>
          <p:cNvCxnSpPr>
            <a:cxnSpLocks/>
          </p:cNvCxnSpPr>
          <p:nvPr/>
        </p:nvCxnSpPr>
        <p:spPr>
          <a:xfrm flipV="1">
            <a:off x="4912216" y="1138571"/>
            <a:ext cx="333006" cy="3475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接连接符 166">
            <a:extLst>
              <a:ext uri="{FF2B5EF4-FFF2-40B4-BE49-F238E27FC236}">
                <a16:creationId xmlns:a16="http://schemas.microsoft.com/office/drawing/2014/main" id="{F116E371-998D-4104-96F1-40E10771BF0E}"/>
              </a:ext>
            </a:extLst>
          </p:cNvPr>
          <p:cNvCxnSpPr>
            <a:cxnSpLocks/>
          </p:cNvCxnSpPr>
          <p:nvPr/>
        </p:nvCxnSpPr>
        <p:spPr>
          <a:xfrm flipV="1">
            <a:off x="4891495" y="2572360"/>
            <a:ext cx="358296" cy="911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4695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B021AE7-6E8D-47DE-B3AB-DBBAF0851C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5321" y="0"/>
            <a:ext cx="82813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272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230</Words>
  <Application>Microsoft Office PowerPoint</Application>
  <PresentationFormat>宽屏</PresentationFormat>
  <Paragraphs>53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等线</vt:lpstr>
      <vt:lpstr>等线 Light</vt:lpstr>
      <vt:lpstr>Arial</vt:lpstr>
      <vt:lpstr>Calibri</vt:lpstr>
      <vt:lpstr>Cambria Math</vt:lpstr>
      <vt:lpstr>Times New Roman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YiGe Li</dc:creator>
  <cp:lastModifiedBy>YiGe Li</cp:lastModifiedBy>
  <cp:revision>46</cp:revision>
  <dcterms:created xsi:type="dcterms:W3CDTF">2026-05-27T06:56:56Z</dcterms:created>
  <dcterms:modified xsi:type="dcterms:W3CDTF">2026-05-30T08:54:37Z</dcterms:modified>
</cp:coreProperties>
</file>